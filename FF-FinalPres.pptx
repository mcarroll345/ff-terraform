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" r:id="rId2"/>
    <p:sldId id="264" r:id="rId3"/>
    <p:sldId id="269" r:id="rId4"/>
    <p:sldId id="270" r:id="rId5"/>
    <p:sldId id="271" r:id="rId6"/>
    <p:sldId id="266" r:id="rId7"/>
    <p:sldId id="272" r:id="rId8"/>
    <p:sldId id="263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73002" autoAdjust="0"/>
  </p:normalViewPr>
  <p:slideViewPr>
    <p:cSldViewPr snapToGrid="0">
      <p:cViewPr varScale="1">
        <p:scale>
          <a:sx n="81" d="100"/>
          <a:sy n="81" d="100"/>
        </p:scale>
        <p:origin x="33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CARROLL - STUDENT" userId="2683ae01-37bf-4e8e-a58e-1633328f5c4d" providerId="ADAL" clId="{3DFB9136-37F0-4DB0-993D-974E8F688190}"/>
    <pc:docChg chg="undo redo custSel addSld delSld modSld sldOrd addSection delSection">
      <pc:chgData name="MARK CARROLL - STUDENT" userId="2683ae01-37bf-4e8e-a58e-1633328f5c4d" providerId="ADAL" clId="{3DFB9136-37F0-4DB0-993D-974E8F688190}" dt="2026-04-27T11:48:05.751" v="3049" actId="20577"/>
      <pc:docMkLst>
        <pc:docMk/>
      </pc:docMkLst>
      <pc:sldChg chg="modSp mod modNotesTx">
        <pc:chgData name="MARK CARROLL - STUDENT" userId="2683ae01-37bf-4e8e-a58e-1633328f5c4d" providerId="ADAL" clId="{3DFB9136-37F0-4DB0-993D-974E8F688190}" dt="2026-04-26T11:36:06.989" v="1871" actId="20577"/>
        <pc:sldMkLst>
          <pc:docMk/>
          <pc:sldMk cId="4014356941" sldId="258"/>
        </pc:sldMkLst>
        <pc:spChg chg="mod">
          <ac:chgData name="MARK CARROLL - STUDENT" userId="2683ae01-37bf-4e8e-a58e-1633328f5c4d" providerId="ADAL" clId="{3DFB9136-37F0-4DB0-993D-974E8F688190}" dt="2026-04-24T15:45:02.875" v="170" actId="20577"/>
          <ac:spMkLst>
            <pc:docMk/>
            <pc:sldMk cId="4014356941" sldId="258"/>
            <ac:spMk id="3" creationId="{3B3CCC1E-7989-2A9B-5336-A9869AACCE0B}"/>
          </ac:spMkLst>
        </pc:spChg>
      </pc:sldChg>
      <pc:sldChg chg="addSp delSp modSp mod ord setBg modNotesTx">
        <pc:chgData name="MARK CARROLL - STUDENT" userId="2683ae01-37bf-4e8e-a58e-1633328f5c4d" providerId="ADAL" clId="{3DFB9136-37F0-4DB0-993D-974E8F688190}" dt="2026-04-25T14:10:35.983" v="1794" actId="20577"/>
        <pc:sldMkLst>
          <pc:docMk/>
          <pc:sldMk cId="84370456" sldId="264"/>
        </pc:sldMkLst>
        <pc:spChg chg="add mod">
          <ac:chgData name="MARK CARROLL - STUDENT" userId="2683ae01-37bf-4e8e-a58e-1633328f5c4d" providerId="ADAL" clId="{3DFB9136-37F0-4DB0-993D-974E8F688190}" dt="2026-04-24T16:25:16.895" v="531" actId="1076"/>
          <ac:spMkLst>
            <pc:docMk/>
            <pc:sldMk cId="84370456" sldId="264"/>
            <ac:spMk id="104" creationId="{DDAD788F-7681-9CA6-EC1E-1D2B28ADE2B2}"/>
          </ac:spMkLst>
        </pc:spChg>
        <pc:spChg chg="add">
          <ac:chgData name="MARK CARROLL - STUDENT" userId="2683ae01-37bf-4e8e-a58e-1633328f5c4d" providerId="ADAL" clId="{3DFB9136-37F0-4DB0-993D-974E8F688190}" dt="2026-04-24T16:23:12.160" v="506" actId="26606"/>
          <ac:spMkLst>
            <pc:docMk/>
            <pc:sldMk cId="84370456" sldId="264"/>
            <ac:spMk id="115" creationId="{D64A12F0-8158-4372-9761-AD0A6ED30C2E}"/>
          </ac:spMkLst>
        </pc:spChg>
        <pc:picChg chg="add mod">
          <ac:chgData name="MARK CARROLL - STUDENT" userId="2683ae01-37bf-4e8e-a58e-1633328f5c4d" providerId="ADAL" clId="{3DFB9136-37F0-4DB0-993D-974E8F688190}" dt="2026-04-24T16:25:13.268" v="530" actId="1076"/>
          <ac:picMkLst>
            <pc:docMk/>
            <pc:sldMk cId="84370456" sldId="264"/>
            <ac:picMk id="103" creationId="{E3CDA34C-C338-8935-D738-ACD06FCC7476}"/>
          </ac:picMkLst>
        </pc:picChg>
      </pc:sldChg>
      <pc:sldChg chg="addSp delSp modSp mod modNotesTx">
        <pc:chgData name="MARK CARROLL - STUDENT" userId="2683ae01-37bf-4e8e-a58e-1633328f5c4d" providerId="ADAL" clId="{3DFB9136-37F0-4DB0-993D-974E8F688190}" dt="2026-04-27T11:48:05.751" v="3049" actId="20577"/>
        <pc:sldMkLst>
          <pc:docMk/>
          <pc:sldMk cId="1148125047" sldId="266"/>
        </pc:sldMkLst>
        <pc:spChg chg="mod ord">
          <ac:chgData name="MARK CARROLL - STUDENT" userId="2683ae01-37bf-4e8e-a58e-1633328f5c4d" providerId="ADAL" clId="{3DFB9136-37F0-4DB0-993D-974E8F688190}" dt="2026-04-25T13:54:46.398" v="1505" actId="26606"/>
          <ac:spMkLst>
            <pc:docMk/>
            <pc:sldMk cId="1148125047" sldId="266"/>
            <ac:spMk id="2" creationId="{F0760D1A-E695-780A-2AFB-BCA9B932913F}"/>
          </ac:spMkLst>
        </pc:spChg>
        <pc:spChg chg="add mod ord">
          <ac:chgData name="MARK CARROLL - STUDENT" userId="2683ae01-37bf-4e8e-a58e-1633328f5c4d" providerId="ADAL" clId="{3DFB9136-37F0-4DB0-993D-974E8F688190}" dt="2026-04-25T13:55:30.010" v="1586" actId="20577"/>
          <ac:spMkLst>
            <pc:docMk/>
            <pc:sldMk cId="1148125047" sldId="266"/>
            <ac:spMk id="3" creationId="{1743E0C3-3FB0-6F12-E989-9F1B7C03F3DB}"/>
          </ac:spMkLst>
        </pc:spChg>
        <pc:picChg chg="add mod ord">
          <ac:chgData name="MARK CARROLL - STUDENT" userId="2683ae01-37bf-4e8e-a58e-1633328f5c4d" providerId="ADAL" clId="{3DFB9136-37F0-4DB0-993D-974E8F688190}" dt="2026-04-26T14:15:11.234" v="2187" actId="1076"/>
          <ac:picMkLst>
            <pc:docMk/>
            <pc:sldMk cId="1148125047" sldId="266"/>
            <ac:picMk id="5" creationId="{8FECFC82-6DA1-EA69-7379-E269144B091D}"/>
          </ac:picMkLst>
        </pc:picChg>
        <pc:picChg chg="add mod">
          <ac:chgData name="MARK CARROLL - STUDENT" userId="2683ae01-37bf-4e8e-a58e-1633328f5c4d" providerId="ADAL" clId="{3DFB9136-37F0-4DB0-993D-974E8F688190}" dt="2026-04-26T14:14:59.407" v="2186" actId="1076"/>
          <ac:picMkLst>
            <pc:docMk/>
            <pc:sldMk cId="1148125047" sldId="266"/>
            <ac:picMk id="6" creationId="{BD89153C-1123-3267-B5DB-35CAE02CC4D9}"/>
          </ac:picMkLst>
        </pc:picChg>
        <pc:picChg chg="add del mod">
          <ac:chgData name="MARK CARROLL - STUDENT" userId="2683ae01-37bf-4e8e-a58e-1633328f5c4d" providerId="ADAL" clId="{3DFB9136-37F0-4DB0-993D-974E8F688190}" dt="2026-04-26T14:12:07.012" v="2181" actId="478"/>
          <ac:picMkLst>
            <pc:docMk/>
            <pc:sldMk cId="1148125047" sldId="266"/>
            <ac:picMk id="7" creationId="{CCBDC4CB-681A-7375-C976-73611957F240}"/>
          </ac:picMkLst>
        </pc:picChg>
        <pc:picChg chg="add">
          <ac:chgData name="MARK CARROLL - STUDENT" userId="2683ae01-37bf-4e8e-a58e-1633328f5c4d" providerId="ADAL" clId="{3DFB9136-37F0-4DB0-993D-974E8F688190}" dt="2026-04-25T13:54:46.398" v="1505" actId="26606"/>
          <ac:picMkLst>
            <pc:docMk/>
            <pc:sldMk cId="1148125047" sldId="266"/>
            <ac:picMk id="16" creationId="{F15A1844-5CB8-438B-B90E-EF2A51CF87B6}"/>
          </ac:picMkLst>
        </pc:picChg>
      </pc:sldChg>
      <pc:sldChg chg="addSp delSp modSp new mod setBg setClrOvrMap modNotesTx">
        <pc:chgData name="MARK CARROLL - STUDENT" userId="2683ae01-37bf-4e8e-a58e-1633328f5c4d" providerId="ADAL" clId="{3DFB9136-37F0-4DB0-993D-974E8F688190}" dt="2026-04-27T11:33:56.285" v="2965" actId="20577"/>
        <pc:sldMkLst>
          <pc:docMk/>
          <pc:sldMk cId="2730894397" sldId="269"/>
        </pc:sldMkLst>
        <pc:spChg chg="mod">
          <ac:chgData name="MARK CARROLL - STUDENT" userId="2683ae01-37bf-4e8e-a58e-1633328f5c4d" providerId="ADAL" clId="{3DFB9136-37F0-4DB0-993D-974E8F688190}" dt="2026-04-24T17:09:21.155" v="1006" actId="403"/>
          <ac:spMkLst>
            <pc:docMk/>
            <pc:sldMk cId="2730894397" sldId="269"/>
            <ac:spMk id="2" creationId="{0F9C2750-44B8-DB1A-CE8F-334C858662FC}"/>
          </ac:spMkLst>
        </pc:spChg>
        <pc:spChg chg="mod">
          <ac:chgData name="MARK CARROLL - STUDENT" userId="2683ae01-37bf-4e8e-a58e-1633328f5c4d" providerId="ADAL" clId="{3DFB9136-37F0-4DB0-993D-974E8F688190}" dt="2026-04-26T21:47:41.158" v="2792" actId="20577"/>
          <ac:spMkLst>
            <pc:docMk/>
            <pc:sldMk cId="2730894397" sldId="269"/>
            <ac:spMk id="3" creationId="{74F1F472-5101-E37B-61A3-5D1318E6F4B0}"/>
          </ac:spMkLst>
        </pc:spChg>
        <pc:spChg chg="add">
          <ac:chgData name="MARK CARROLL - STUDENT" userId="2683ae01-37bf-4e8e-a58e-1633328f5c4d" providerId="ADAL" clId="{3DFB9136-37F0-4DB0-993D-974E8F688190}" dt="2026-04-24T17:09:02.103" v="985" actId="26606"/>
          <ac:spMkLst>
            <pc:docMk/>
            <pc:sldMk cId="2730894397" sldId="269"/>
            <ac:spMk id="18" creationId="{95CB840F-8E41-4CA5-B79B-25CC80AD234A}"/>
          </ac:spMkLst>
        </pc:spChg>
        <pc:spChg chg="mod topLvl">
          <ac:chgData name="MARK CARROLL - STUDENT" userId="2683ae01-37bf-4e8e-a58e-1633328f5c4d" providerId="ADAL" clId="{3DFB9136-37F0-4DB0-993D-974E8F688190}" dt="2026-04-24T17:58:16.639" v="1449" actId="165"/>
          <ac:spMkLst>
            <pc:docMk/>
            <pc:sldMk cId="2730894397" sldId="269"/>
            <ac:spMk id="57" creationId="{34CC11E5-BE3B-0A6A-8877-C28A36FE8437}"/>
          </ac:spMkLst>
        </pc:spChg>
        <pc:spChg chg="mod">
          <ac:chgData name="MARK CARROLL - STUDENT" userId="2683ae01-37bf-4e8e-a58e-1633328f5c4d" providerId="ADAL" clId="{3DFB9136-37F0-4DB0-993D-974E8F688190}" dt="2026-04-24T17:58:40.961" v="1452" actId="1076"/>
          <ac:spMkLst>
            <pc:docMk/>
            <pc:sldMk cId="2730894397" sldId="269"/>
            <ac:spMk id="60" creationId="{2A9BA2CE-3D99-418E-5826-FE7A28965D7E}"/>
          </ac:spMkLst>
        </pc:spChg>
        <pc:spChg chg="mod">
          <ac:chgData name="MARK CARROLL - STUDENT" userId="2683ae01-37bf-4e8e-a58e-1633328f5c4d" providerId="ADAL" clId="{3DFB9136-37F0-4DB0-993D-974E8F688190}" dt="2026-04-24T17:58:52.496" v="1456" actId="14100"/>
          <ac:spMkLst>
            <pc:docMk/>
            <pc:sldMk cId="2730894397" sldId="269"/>
            <ac:spMk id="62" creationId="{A603B827-1CC3-311C-FA44-4686D29FD355}"/>
          </ac:spMkLst>
        </pc:spChg>
        <pc:spChg chg="mod topLvl">
          <ac:chgData name="MARK CARROLL - STUDENT" userId="2683ae01-37bf-4e8e-a58e-1633328f5c4d" providerId="ADAL" clId="{3DFB9136-37F0-4DB0-993D-974E8F688190}" dt="2026-04-24T17:59:55.306" v="1467" actId="14100"/>
          <ac:spMkLst>
            <pc:docMk/>
            <pc:sldMk cId="2730894397" sldId="269"/>
            <ac:spMk id="63" creationId="{C7890BFA-73D3-9C82-9D68-353DD6F8B36B}"/>
          </ac:spMkLst>
        </pc:spChg>
        <pc:spChg chg="mod">
          <ac:chgData name="MARK CARROLL - STUDENT" userId="2683ae01-37bf-4e8e-a58e-1633328f5c4d" providerId="ADAL" clId="{3DFB9136-37F0-4DB0-993D-974E8F688190}" dt="2026-04-25T14:42:40.532" v="1801" actId="1076"/>
          <ac:spMkLst>
            <pc:docMk/>
            <pc:sldMk cId="2730894397" sldId="269"/>
            <ac:spMk id="65" creationId="{90BEBF0F-6EB5-CFB0-B66C-57D02549DE74}"/>
          </ac:spMkLst>
        </pc:spChg>
        <pc:spChg chg="mod">
          <ac:chgData name="MARK CARROLL - STUDENT" userId="2683ae01-37bf-4e8e-a58e-1633328f5c4d" providerId="ADAL" clId="{3DFB9136-37F0-4DB0-993D-974E8F688190}" dt="2026-04-24T18:00:40.057" v="1476" actId="14100"/>
          <ac:spMkLst>
            <pc:docMk/>
            <pc:sldMk cId="2730894397" sldId="269"/>
            <ac:spMk id="66" creationId="{9C200DAE-11E3-20C9-1D50-F0C1BA66F529}"/>
          </ac:spMkLst>
        </pc:spChg>
        <pc:spChg chg="mod">
          <ac:chgData name="MARK CARROLL - STUDENT" userId="2683ae01-37bf-4e8e-a58e-1633328f5c4d" providerId="ADAL" clId="{3DFB9136-37F0-4DB0-993D-974E8F688190}" dt="2026-04-24T18:01:41.127" v="1487" actId="14100"/>
          <ac:spMkLst>
            <pc:docMk/>
            <pc:sldMk cId="2730894397" sldId="269"/>
            <ac:spMk id="67" creationId="{4D00B57A-BCB0-934A-FF61-093990741B9B}"/>
          </ac:spMkLst>
        </pc:spChg>
        <pc:spChg chg="mod topLvl">
          <ac:chgData name="MARK CARROLL - STUDENT" userId="2683ae01-37bf-4e8e-a58e-1633328f5c4d" providerId="ADAL" clId="{3DFB9136-37F0-4DB0-993D-974E8F688190}" dt="2026-04-24T18:00:02.181" v="1468" actId="1076"/>
          <ac:spMkLst>
            <pc:docMk/>
            <pc:sldMk cId="2730894397" sldId="269"/>
            <ac:spMk id="68" creationId="{BD14A622-0E56-FA39-C756-B47DEB397A91}"/>
          </ac:spMkLst>
        </pc:spChg>
        <pc:spChg chg="mod topLvl">
          <ac:chgData name="MARK CARROLL - STUDENT" userId="2683ae01-37bf-4e8e-a58e-1633328f5c4d" providerId="ADAL" clId="{3DFB9136-37F0-4DB0-993D-974E8F688190}" dt="2026-04-24T18:00:54.478" v="1478" actId="1076"/>
          <ac:spMkLst>
            <pc:docMk/>
            <pc:sldMk cId="2730894397" sldId="269"/>
            <ac:spMk id="69" creationId="{39B4EA54-96DA-808B-453C-1A483A8AC54E}"/>
          </ac:spMkLst>
        </pc:spChg>
        <pc:spChg chg="mod">
          <ac:chgData name="MARK CARROLL - STUDENT" userId="2683ae01-37bf-4e8e-a58e-1633328f5c4d" providerId="ADAL" clId="{3DFB9136-37F0-4DB0-993D-974E8F688190}" dt="2026-04-27T11:31:57.679" v="2835" actId="20577"/>
          <ac:spMkLst>
            <pc:docMk/>
            <pc:sldMk cId="2730894397" sldId="269"/>
            <ac:spMk id="70" creationId="{25FD222B-518D-553D-7E37-52FEE4F6773A}"/>
          </ac:spMkLst>
        </pc:spChg>
        <pc:spChg chg="mod">
          <ac:chgData name="MARK CARROLL - STUDENT" userId="2683ae01-37bf-4e8e-a58e-1633328f5c4d" providerId="ADAL" clId="{3DFB9136-37F0-4DB0-993D-974E8F688190}" dt="2026-04-24T18:00:32.464" v="1474" actId="1076"/>
          <ac:spMkLst>
            <pc:docMk/>
            <pc:sldMk cId="2730894397" sldId="269"/>
            <ac:spMk id="76" creationId="{CA59F66B-6C66-0E5A-B361-48E63AD0E836}"/>
          </ac:spMkLst>
        </pc:spChg>
        <pc:spChg chg="mod topLvl">
          <ac:chgData name="MARK CARROLL - STUDENT" userId="2683ae01-37bf-4e8e-a58e-1633328f5c4d" providerId="ADAL" clId="{3DFB9136-37F0-4DB0-993D-974E8F688190}" dt="2026-04-24T18:00:23.809" v="1472" actId="1076"/>
          <ac:spMkLst>
            <pc:docMk/>
            <pc:sldMk cId="2730894397" sldId="269"/>
            <ac:spMk id="78" creationId="{D3BB8877-1358-985D-F0FD-ADDE9AA0C7C3}"/>
          </ac:spMkLst>
        </pc:spChg>
        <pc:spChg chg="mod topLvl">
          <ac:chgData name="MARK CARROLL - STUDENT" userId="2683ae01-37bf-4e8e-a58e-1633328f5c4d" providerId="ADAL" clId="{3DFB9136-37F0-4DB0-993D-974E8F688190}" dt="2026-04-24T18:00:23.809" v="1472" actId="1076"/>
          <ac:spMkLst>
            <pc:docMk/>
            <pc:sldMk cId="2730894397" sldId="269"/>
            <ac:spMk id="79" creationId="{D9C85AF2-585B-C874-77AD-09A3EA323983}"/>
          </ac:spMkLst>
        </pc:spChg>
        <pc:spChg chg="mod topLvl">
          <ac:chgData name="MARK CARROLL - STUDENT" userId="2683ae01-37bf-4e8e-a58e-1633328f5c4d" providerId="ADAL" clId="{3DFB9136-37F0-4DB0-993D-974E8F688190}" dt="2026-04-24T17:58:19.727" v="1450" actId="165"/>
          <ac:spMkLst>
            <pc:docMk/>
            <pc:sldMk cId="2730894397" sldId="269"/>
            <ac:spMk id="81" creationId="{8BB3A258-CA7B-9637-C6D4-A8495E85BAFF}"/>
          </ac:spMkLst>
        </pc:spChg>
        <pc:spChg chg="mod">
          <ac:chgData name="MARK CARROLL - STUDENT" userId="2683ae01-37bf-4e8e-a58e-1633328f5c4d" providerId="ADAL" clId="{3DFB9136-37F0-4DB0-993D-974E8F688190}" dt="2026-04-24T18:01:33.358" v="1484" actId="1076"/>
          <ac:spMkLst>
            <pc:docMk/>
            <pc:sldMk cId="2730894397" sldId="269"/>
            <ac:spMk id="85" creationId="{33822CEA-2906-B49B-7F27-6311A05006B1}"/>
          </ac:spMkLst>
        </pc:spChg>
        <pc:spChg chg="mod">
          <ac:chgData name="MARK CARROLL - STUDENT" userId="2683ae01-37bf-4e8e-a58e-1633328f5c4d" providerId="ADAL" clId="{3DFB9136-37F0-4DB0-993D-974E8F688190}" dt="2026-04-24T18:01:12.603" v="1480" actId="1076"/>
          <ac:spMkLst>
            <pc:docMk/>
            <pc:sldMk cId="2730894397" sldId="269"/>
            <ac:spMk id="87" creationId="{D8839D65-2107-669D-C6B3-FB3C10C85C9B}"/>
          </ac:spMkLst>
        </pc:spChg>
        <pc:spChg chg="mod">
          <ac:chgData name="MARK CARROLL - STUDENT" userId="2683ae01-37bf-4e8e-a58e-1633328f5c4d" providerId="ADAL" clId="{3DFB9136-37F0-4DB0-993D-974E8F688190}" dt="2026-04-24T18:01:12.603" v="1480" actId="1076"/>
          <ac:spMkLst>
            <pc:docMk/>
            <pc:sldMk cId="2730894397" sldId="269"/>
            <ac:spMk id="88" creationId="{2A90B4B5-4517-261A-34BE-32BC0B3A75EF}"/>
          </ac:spMkLst>
        </pc:spChg>
        <pc:spChg chg="mod topLvl">
          <ac:chgData name="MARK CARROLL - STUDENT" userId="2683ae01-37bf-4e8e-a58e-1633328f5c4d" providerId="ADAL" clId="{3DFB9136-37F0-4DB0-993D-974E8F688190}" dt="2026-04-24T17:58:19.727" v="1450" actId="165"/>
          <ac:spMkLst>
            <pc:docMk/>
            <pc:sldMk cId="2730894397" sldId="269"/>
            <ac:spMk id="89" creationId="{CFB45932-C113-8C3E-B11B-85C6DF5EC528}"/>
          </ac:spMkLst>
        </pc:spChg>
        <pc:spChg chg="mod topLvl">
          <ac:chgData name="MARK CARROLL - STUDENT" userId="2683ae01-37bf-4e8e-a58e-1633328f5c4d" providerId="ADAL" clId="{3DFB9136-37F0-4DB0-993D-974E8F688190}" dt="2026-04-24T17:58:19.727" v="1450" actId="165"/>
          <ac:spMkLst>
            <pc:docMk/>
            <pc:sldMk cId="2730894397" sldId="269"/>
            <ac:spMk id="90" creationId="{B2FA2593-77BD-90D2-10A7-FA9D7B64F291}"/>
          </ac:spMkLst>
        </pc:spChg>
        <pc:spChg chg="mod topLvl">
          <ac:chgData name="MARK CARROLL - STUDENT" userId="2683ae01-37bf-4e8e-a58e-1633328f5c4d" providerId="ADAL" clId="{3DFB9136-37F0-4DB0-993D-974E8F688190}" dt="2026-04-24T18:02:27.460" v="1493" actId="1076"/>
          <ac:spMkLst>
            <pc:docMk/>
            <pc:sldMk cId="2730894397" sldId="269"/>
            <ac:spMk id="94" creationId="{809EFC62-FCD3-3532-3CEA-6B8929A3A9C5}"/>
          </ac:spMkLst>
        </pc:spChg>
        <pc:spChg chg="mod topLvl">
          <ac:chgData name="MARK CARROLL - STUDENT" userId="2683ae01-37bf-4e8e-a58e-1633328f5c4d" providerId="ADAL" clId="{3DFB9136-37F0-4DB0-993D-974E8F688190}" dt="2026-04-24T18:02:20.445" v="1492" actId="1076"/>
          <ac:spMkLst>
            <pc:docMk/>
            <pc:sldMk cId="2730894397" sldId="269"/>
            <ac:spMk id="96" creationId="{C727CA2D-C857-6A7C-68BA-3B5502F8AEE5}"/>
          </ac:spMkLst>
        </pc:spChg>
        <pc:spChg chg="mod">
          <ac:chgData name="MARK CARROLL - STUDENT" userId="2683ae01-37bf-4e8e-a58e-1633328f5c4d" providerId="ADAL" clId="{3DFB9136-37F0-4DB0-993D-974E8F688190}" dt="2026-04-24T18:02:20.445" v="1492" actId="1076"/>
          <ac:spMkLst>
            <pc:docMk/>
            <pc:sldMk cId="2730894397" sldId="269"/>
            <ac:spMk id="97" creationId="{F1892248-0B27-AF34-83B6-ADBBF661EA26}"/>
          </ac:spMkLst>
        </pc:spChg>
        <pc:picChg chg="mod">
          <ac:chgData name="MARK CARROLL - STUDENT" userId="2683ae01-37bf-4e8e-a58e-1633328f5c4d" providerId="ADAL" clId="{3DFB9136-37F0-4DB0-993D-974E8F688190}" dt="2026-04-25T14:42:10.948" v="1797" actId="1076"/>
          <ac:picMkLst>
            <pc:docMk/>
            <pc:sldMk cId="2730894397" sldId="269"/>
            <ac:picMk id="61" creationId="{8D9BC090-3EA3-B2BF-4143-6E13BB2FB960}"/>
          </ac:picMkLst>
        </pc:picChg>
        <pc:picChg chg="mod">
          <ac:chgData name="MARK CARROLL - STUDENT" userId="2683ae01-37bf-4e8e-a58e-1633328f5c4d" providerId="ADAL" clId="{3DFB9136-37F0-4DB0-993D-974E8F688190}" dt="2026-04-25T14:42:22.344" v="1798" actId="14100"/>
          <ac:picMkLst>
            <pc:docMk/>
            <pc:sldMk cId="2730894397" sldId="269"/>
            <ac:picMk id="64" creationId="{7BC2E6E8-86F3-6999-557B-4038BAC0423D}"/>
          </ac:picMkLst>
        </pc:picChg>
      </pc:sldChg>
      <pc:sldChg chg="addSp delSp modSp new mod setBg setClrOvrMap modNotesTx">
        <pc:chgData name="MARK CARROLL - STUDENT" userId="2683ae01-37bf-4e8e-a58e-1633328f5c4d" providerId="ADAL" clId="{3DFB9136-37F0-4DB0-993D-974E8F688190}" dt="2026-04-26T21:37:50.496" v="2644" actId="20577"/>
        <pc:sldMkLst>
          <pc:docMk/>
          <pc:sldMk cId="3445714016" sldId="270"/>
        </pc:sldMkLst>
        <pc:spChg chg="add del mod">
          <ac:chgData name="MARK CARROLL - STUDENT" userId="2683ae01-37bf-4e8e-a58e-1633328f5c4d" providerId="ADAL" clId="{3DFB9136-37F0-4DB0-993D-974E8F688190}" dt="2026-04-24T16:56:24.359" v="909" actId="1076"/>
          <ac:spMkLst>
            <pc:docMk/>
            <pc:sldMk cId="3445714016" sldId="270"/>
            <ac:spMk id="2" creationId="{AD6758BC-0643-4971-B447-0E65FCC8EEF8}"/>
          </ac:spMkLst>
        </pc:spChg>
        <pc:spChg chg="mod ord">
          <ac:chgData name="MARK CARROLL - STUDENT" userId="2683ae01-37bf-4e8e-a58e-1633328f5c4d" providerId="ADAL" clId="{3DFB9136-37F0-4DB0-993D-974E8F688190}" dt="2026-04-24T16:56:36.323" v="911" actId="1076"/>
          <ac:spMkLst>
            <pc:docMk/>
            <pc:sldMk cId="3445714016" sldId="270"/>
            <ac:spMk id="3" creationId="{EC71A9FA-D82F-E42C-2BC8-D20D511E3447}"/>
          </ac:spMkLst>
        </pc:spChg>
        <pc:picChg chg="add mod ord">
          <ac:chgData name="MARK CARROLL - STUDENT" userId="2683ae01-37bf-4e8e-a58e-1633328f5c4d" providerId="ADAL" clId="{3DFB9136-37F0-4DB0-993D-974E8F688190}" dt="2026-04-24T16:55:42.018" v="893" actId="26606"/>
          <ac:picMkLst>
            <pc:docMk/>
            <pc:sldMk cId="3445714016" sldId="270"/>
            <ac:picMk id="5" creationId="{F5768888-63AD-B1F7-5560-C459511FAE02}"/>
          </ac:picMkLst>
        </pc:picChg>
        <pc:picChg chg="add del">
          <ac:chgData name="MARK CARROLL - STUDENT" userId="2683ae01-37bf-4e8e-a58e-1633328f5c4d" providerId="ADAL" clId="{3DFB9136-37F0-4DB0-993D-974E8F688190}" dt="2026-04-24T16:55:42.018" v="893" actId="26606"/>
          <ac:picMkLst>
            <pc:docMk/>
            <pc:sldMk cId="3445714016" sldId="270"/>
            <ac:picMk id="14" creationId="{1CF706DA-13E8-4A4F-9260-551FB8127BDD}"/>
          </ac:picMkLst>
        </pc:picChg>
      </pc:sldChg>
      <pc:sldChg chg="addSp delSp modSp new mod setBg modNotesTx">
        <pc:chgData name="MARK CARROLL - STUDENT" userId="2683ae01-37bf-4e8e-a58e-1633328f5c4d" providerId="ADAL" clId="{3DFB9136-37F0-4DB0-993D-974E8F688190}" dt="2026-04-26T21:45:56.582" v="2742" actId="20577"/>
        <pc:sldMkLst>
          <pc:docMk/>
          <pc:sldMk cId="248512105" sldId="271"/>
        </pc:sldMkLst>
        <pc:spChg chg="mod">
          <ac:chgData name="MARK CARROLL - STUDENT" userId="2683ae01-37bf-4e8e-a58e-1633328f5c4d" providerId="ADAL" clId="{3DFB9136-37F0-4DB0-993D-974E8F688190}" dt="2026-04-24T17:17:58.260" v="1189" actId="26606"/>
          <ac:spMkLst>
            <pc:docMk/>
            <pc:sldMk cId="248512105" sldId="271"/>
            <ac:spMk id="2" creationId="{EBA52DED-0552-F932-875D-DAAEF68C1096}"/>
          </ac:spMkLst>
        </pc:spChg>
        <pc:spChg chg="mod ord">
          <ac:chgData name="MARK CARROLL - STUDENT" userId="2683ae01-37bf-4e8e-a58e-1633328f5c4d" providerId="ADAL" clId="{3DFB9136-37F0-4DB0-993D-974E8F688190}" dt="2026-04-24T17:17:58.260" v="1189" actId="26606"/>
          <ac:spMkLst>
            <pc:docMk/>
            <pc:sldMk cId="248512105" sldId="271"/>
            <ac:spMk id="3" creationId="{0C4AB9AD-20F2-0944-F8BC-456833B97D6E}"/>
          </ac:spMkLst>
        </pc:spChg>
        <pc:spChg chg="add">
          <ac:chgData name="MARK CARROLL - STUDENT" userId="2683ae01-37bf-4e8e-a58e-1633328f5c4d" providerId="ADAL" clId="{3DFB9136-37F0-4DB0-993D-974E8F688190}" dt="2026-04-24T17:17:58.260" v="1189" actId="26606"/>
          <ac:spMkLst>
            <pc:docMk/>
            <pc:sldMk cId="248512105" sldId="271"/>
            <ac:spMk id="14" creationId="{FEB31415-7BF1-4297-867D-3EA440C99172}"/>
          </ac:spMkLst>
        </pc:spChg>
        <pc:picChg chg="add mod">
          <ac:chgData name="MARK CARROLL - STUDENT" userId="2683ae01-37bf-4e8e-a58e-1633328f5c4d" providerId="ADAL" clId="{3DFB9136-37F0-4DB0-993D-974E8F688190}" dt="2026-04-24T17:17:58.260" v="1189" actId="26606"/>
          <ac:picMkLst>
            <pc:docMk/>
            <pc:sldMk cId="248512105" sldId="271"/>
            <ac:picMk id="4" creationId="{CCED5FED-8D11-0A29-A7EE-5DDA3ED2F03B}"/>
          </ac:picMkLst>
        </pc:picChg>
        <pc:picChg chg="add mod">
          <ac:chgData name="MARK CARROLL - STUDENT" userId="2683ae01-37bf-4e8e-a58e-1633328f5c4d" providerId="ADAL" clId="{3DFB9136-37F0-4DB0-993D-974E8F688190}" dt="2026-04-24T17:17:58.260" v="1189" actId="26606"/>
          <ac:picMkLst>
            <pc:docMk/>
            <pc:sldMk cId="248512105" sldId="271"/>
            <ac:picMk id="5" creationId="{F6026FB6-CEB1-BDAD-26AA-1BF2B604435E}"/>
          </ac:picMkLst>
        </pc:picChg>
      </pc:sldChg>
      <pc:sldChg chg="addSp delSp modSp new mod setBg">
        <pc:chgData name="MARK CARROLL - STUDENT" userId="2683ae01-37bf-4e8e-a58e-1633328f5c4d" providerId="ADAL" clId="{3DFB9136-37F0-4DB0-993D-974E8F688190}" dt="2026-04-25T13:56:05.527" v="1609" actId="26606"/>
        <pc:sldMkLst>
          <pc:docMk/>
          <pc:sldMk cId="2618748980" sldId="272"/>
        </pc:sldMkLst>
        <pc:spChg chg="mod">
          <ac:chgData name="MARK CARROLL - STUDENT" userId="2683ae01-37bf-4e8e-a58e-1633328f5c4d" providerId="ADAL" clId="{3DFB9136-37F0-4DB0-993D-974E8F688190}" dt="2026-04-25T13:56:05.527" v="1609" actId="26606"/>
          <ac:spMkLst>
            <pc:docMk/>
            <pc:sldMk cId="2618748980" sldId="272"/>
            <ac:spMk id="2" creationId="{D3C9F78A-6F47-EA7F-F3B7-AEC46DF87CA2}"/>
          </ac:spMkLst>
        </pc:spChg>
        <pc:graphicFrameChg chg="add mod modGraphic">
          <ac:chgData name="MARK CARROLL - STUDENT" userId="2683ae01-37bf-4e8e-a58e-1633328f5c4d" providerId="ADAL" clId="{3DFB9136-37F0-4DB0-993D-974E8F688190}" dt="2026-04-25T13:56:05.527" v="1609" actId="26606"/>
          <ac:graphicFrameMkLst>
            <pc:docMk/>
            <pc:sldMk cId="2618748980" sldId="272"/>
            <ac:graphicFrameMk id="5" creationId="{7DDCBE97-5C9F-F23C-348A-59D8D907D69A}"/>
          </ac:graphicFrameMkLst>
        </pc:graphicFrameChg>
        <pc:picChg chg="add">
          <ac:chgData name="MARK CARROLL - STUDENT" userId="2683ae01-37bf-4e8e-a58e-1633328f5c4d" providerId="ADAL" clId="{3DFB9136-37F0-4DB0-993D-974E8F688190}" dt="2026-04-25T13:56:05.527" v="1609" actId="26606"/>
          <ac:picMkLst>
            <pc:docMk/>
            <pc:sldMk cId="2618748980" sldId="272"/>
            <ac:picMk id="19" creationId="{A8D526D7-C782-4F65-A21F-A6B40D869B47}"/>
          </ac:picMkLst>
        </pc:picChg>
      </pc:sldChg>
      <pc:sldChg chg="addSp delSp modSp new mod setBg addAnim">
        <pc:chgData name="MARK CARROLL - STUDENT" userId="2683ae01-37bf-4e8e-a58e-1633328f5c4d" providerId="ADAL" clId="{3DFB9136-37F0-4DB0-993D-974E8F688190}" dt="2026-04-26T14:17:58.273" v="2191"/>
        <pc:sldMkLst>
          <pc:docMk/>
          <pc:sldMk cId="2533023201" sldId="273"/>
        </pc:sldMkLst>
        <pc:spChg chg="mod">
          <ac:chgData name="MARK CARROLL - STUDENT" userId="2683ae01-37bf-4e8e-a58e-1633328f5c4d" providerId="ADAL" clId="{3DFB9136-37F0-4DB0-993D-974E8F688190}" dt="2026-04-26T14:17:58.273" v="2190" actId="26606"/>
          <ac:spMkLst>
            <pc:docMk/>
            <pc:sldMk cId="2533023201" sldId="273"/>
            <ac:spMk id="2" creationId="{62250221-242C-0361-CC70-FB99D4BCF989}"/>
          </ac:spMkLst>
        </pc:spChg>
        <pc:spChg chg="del">
          <ac:chgData name="MARK CARROLL - STUDENT" userId="2683ae01-37bf-4e8e-a58e-1633328f5c4d" providerId="ADAL" clId="{3DFB9136-37F0-4DB0-993D-974E8F688190}" dt="2026-04-26T12:19:41.098" v="2172" actId="931"/>
          <ac:spMkLst>
            <pc:docMk/>
            <pc:sldMk cId="2533023201" sldId="273"/>
            <ac:spMk id="3" creationId="{81142AF0-5A8F-9F44-4FE2-368BD54FD3B2}"/>
          </ac:spMkLst>
        </pc:spChg>
        <pc:spChg chg="add">
          <ac:chgData name="MARK CARROLL - STUDENT" userId="2683ae01-37bf-4e8e-a58e-1633328f5c4d" providerId="ADAL" clId="{3DFB9136-37F0-4DB0-993D-974E8F688190}" dt="2026-04-26T14:17:58.273" v="2190" actId="26606"/>
          <ac:spMkLst>
            <pc:docMk/>
            <pc:sldMk cId="2533023201" sldId="273"/>
            <ac:spMk id="4" creationId="{DAB482FD-C684-4DAA-AC4C-1739F51A98A0}"/>
          </ac:spMkLst>
        </pc:spChg>
        <pc:spChg chg="add del mod">
          <ac:chgData name="MARK CARROLL - STUDENT" userId="2683ae01-37bf-4e8e-a58e-1633328f5c4d" providerId="ADAL" clId="{3DFB9136-37F0-4DB0-993D-974E8F688190}" dt="2026-04-26T14:17:55.491" v="2189" actId="478"/>
          <ac:spMkLst>
            <pc:docMk/>
            <pc:sldMk cId="2533023201" sldId="273"/>
            <ac:spMk id="7" creationId="{965433A7-5F42-E5C1-3605-5A89EBFC9BCD}"/>
          </ac:spMkLst>
        </pc:spChg>
        <pc:picChg chg="add del mod ord">
          <ac:chgData name="MARK CARROLL - STUDENT" userId="2683ae01-37bf-4e8e-a58e-1633328f5c4d" providerId="ADAL" clId="{3DFB9136-37F0-4DB0-993D-974E8F688190}" dt="2026-04-26T14:17:46.531" v="2188" actId="478"/>
          <ac:picMkLst>
            <pc:docMk/>
            <pc:sldMk cId="2533023201" sldId="273"/>
            <ac:picMk id="5" creationId="{E038523C-1FDC-0575-BD52-C42EC5C83D19}"/>
          </ac:picMkLst>
        </pc:picChg>
        <pc:cxnChg chg="add">
          <ac:chgData name="MARK CARROLL - STUDENT" userId="2683ae01-37bf-4e8e-a58e-1633328f5c4d" providerId="ADAL" clId="{3DFB9136-37F0-4DB0-993D-974E8F688190}" dt="2026-04-26T14:17:58.273" v="2190" actId="26606"/>
          <ac:cxnSpMkLst>
            <pc:docMk/>
            <pc:sldMk cId="2533023201" sldId="273"/>
            <ac:cxnSpMk id="9" creationId="{2DAA738B-EDF5-4694-B25A-3488245BC87C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063C18-AF39-4284-9A27-E7568BFB808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96DC6D4-E9D2-4792-8855-CBE830371C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Weekly standup</a:t>
          </a:r>
        </a:p>
      </dgm:t>
    </dgm:pt>
    <dgm:pt modelId="{DA3DC60D-E5A6-471B-BCB9-F319EF65A487}" type="parTrans" cxnId="{AD87BA8B-D59F-4E8E-AD64-25FB35B7ABEB}">
      <dgm:prSet/>
      <dgm:spPr/>
      <dgm:t>
        <a:bodyPr/>
        <a:lstStyle/>
        <a:p>
          <a:endParaRPr lang="en-US"/>
        </a:p>
      </dgm:t>
    </dgm:pt>
    <dgm:pt modelId="{9E38C04D-ED38-4A57-B417-05D134663EEC}" type="sibTrans" cxnId="{AD87BA8B-D59F-4E8E-AD64-25FB35B7ABEB}">
      <dgm:prSet/>
      <dgm:spPr/>
      <dgm:t>
        <a:bodyPr/>
        <a:lstStyle/>
        <a:p>
          <a:endParaRPr lang="en-US"/>
        </a:p>
      </dgm:t>
    </dgm:pt>
    <dgm:pt modelId="{E00EFD4D-DEFF-412E-BB0F-399A344AF3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Talking with classmates</a:t>
          </a:r>
        </a:p>
      </dgm:t>
    </dgm:pt>
    <dgm:pt modelId="{2B558CAF-F3C6-4FDA-9306-602E102678D4}" type="parTrans" cxnId="{2151F3BC-A30C-4AE9-AE8A-D772A3945D61}">
      <dgm:prSet/>
      <dgm:spPr/>
      <dgm:t>
        <a:bodyPr/>
        <a:lstStyle/>
        <a:p>
          <a:endParaRPr lang="en-US"/>
        </a:p>
      </dgm:t>
    </dgm:pt>
    <dgm:pt modelId="{F3DCD932-F535-4F5B-9BF8-E562B23B0607}" type="sibTrans" cxnId="{2151F3BC-A30C-4AE9-AE8A-D772A3945D61}">
      <dgm:prSet/>
      <dgm:spPr/>
      <dgm:t>
        <a:bodyPr/>
        <a:lstStyle/>
        <a:p>
          <a:endParaRPr lang="en-US"/>
        </a:p>
      </dgm:t>
    </dgm:pt>
    <dgm:pt modelId="{10F42C02-3631-4543-B55A-0B188FFA958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Meetings with RTR</a:t>
          </a:r>
        </a:p>
      </dgm:t>
    </dgm:pt>
    <dgm:pt modelId="{E17E0120-BB51-489C-BF64-A38EBA44674E}" type="parTrans" cxnId="{7A6B9892-D8F9-400F-876E-C98EE285EFF7}">
      <dgm:prSet/>
      <dgm:spPr/>
      <dgm:t>
        <a:bodyPr/>
        <a:lstStyle/>
        <a:p>
          <a:endParaRPr lang="en-US"/>
        </a:p>
      </dgm:t>
    </dgm:pt>
    <dgm:pt modelId="{B1503D4F-5EE9-4519-BCD7-9EFB55F1F8DD}" type="sibTrans" cxnId="{7A6B9892-D8F9-400F-876E-C98EE285EFF7}">
      <dgm:prSet/>
      <dgm:spPr/>
      <dgm:t>
        <a:bodyPr/>
        <a:lstStyle/>
        <a:p>
          <a:endParaRPr lang="en-US"/>
        </a:p>
      </dgm:t>
    </dgm:pt>
    <dgm:pt modelId="{098B9AE4-276E-4E68-BAB7-845AF9FB12FB}" type="pres">
      <dgm:prSet presAssocID="{05063C18-AF39-4284-9A27-E7568BFB808E}" presName="root" presStyleCnt="0">
        <dgm:presLayoutVars>
          <dgm:dir/>
          <dgm:resizeHandles val="exact"/>
        </dgm:presLayoutVars>
      </dgm:prSet>
      <dgm:spPr/>
    </dgm:pt>
    <dgm:pt modelId="{808E6E1C-BCD2-42B7-9240-438E946A0ACB}" type="pres">
      <dgm:prSet presAssocID="{496DC6D4-E9D2-4792-8855-CBE830371C0C}" presName="compNode" presStyleCnt="0"/>
      <dgm:spPr/>
    </dgm:pt>
    <dgm:pt modelId="{AC008A07-E074-4DCF-8ECD-D2E097ABBD1F}" type="pres">
      <dgm:prSet presAssocID="{496DC6D4-E9D2-4792-8855-CBE830371C0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A09DA61-C05E-4AEF-97E0-5752CA5B0907}" type="pres">
      <dgm:prSet presAssocID="{496DC6D4-E9D2-4792-8855-CBE830371C0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5117894-5673-4909-A0B7-C5B3655E0253}" type="pres">
      <dgm:prSet presAssocID="{496DC6D4-E9D2-4792-8855-CBE830371C0C}" presName="spaceRect" presStyleCnt="0"/>
      <dgm:spPr/>
    </dgm:pt>
    <dgm:pt modelId="{858FBCD7-E28E-4BBB-A996-8E9623C6C962}" type="pres">
      <dgm:prSet presAssocID="{496DC6D4-E9D2-4792-8855-CBE830371C0C}" presName="textRect" presStyleLbl="revTx" presStyleIdx="0" presStyleCnt="3">
        <dgm:presLayoutVars>
          <dgm:chMax val="1"/>
          <dgm:chPref val="1"/>
        </dgm:presLayoutVars>
      </dgm:prSet>
      <dgm:spPr/>
    </dgm:pt>
    <dgm:pt modelId="{D2047151-9B7A-4D9D-85AD-1C1C74A13FF0}" type="pres">
      <dgm:prSet presAssocID="{9E38C04D-ED38-4A57-B417-05D134663EEC}" presName="sibTrans" presStyleCnt="0"/>
      <dgm:spPr/>
    </dgm:pt>
    <dgm:pt modelId="{39308DB7-3180-45D1-BBF6-3E4A9620AB2A}" type="pres">
      <dgm:prSet presAssocID="{E00EFD4D-DEFF-412E-BB0F-399A344AF313}" presName="compNode" presStyleCnt="0"/>
      <dgm:spPr/>
    </dgm:pt>
    <dgm:pt modelId="{C6ABDC28-53E7-464B-9585-1D08A50EC5EE}" type="pres">
      <dgm:prSet presAssocID="{E00EFD4D-DEFF-412E-BB0F-399A344AF31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AF559D6-0EB1-4C4F-BAE8-BA487F7FC509}" type="pres">
      <dgm:prSet presAssocID="{E00EFD4D-DEFF-412E-BB0F-399A344AF31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86FE8AA-9150-4912-AE88-CD490E984A32}" type="pres">
      <dgm:prSet presAssocID="{E00EFD4D-DEFF-412E-BB0F-399A344AF313}" presName="spaceRect" presStyleCnt="0"/>
      <dgm:spPr/>
    </dgm:pt>
    <dgm:pt modelId="{1AC9A0FF-A197-4AAE-AAE1-078E446CE113}" type="pres">
      <dgm:prSet presAssocID="{E00EFD4D-DEFF-412E-BB0F-399A344AF313}" presName="textRect" presStyleLbl="revTx" presStyleIdx="1" presStyleCnt="3">
        <dgm:presLayoutVars>
          <dgm:chMax val="1"/>
          <dgm:chPref val="1"/>
        </dgm:presLayoutVars>
      </dgm:prSet>
      <dgm:spPr/>
    </dgm:pt>
    <dgm:pt modelId="{287375C6-F755-4F23-A06C-305140B465E6}" type="pres">
      <dgm:prSet presAssocID="{F3DCD932-F535-4F5B-9BF8-E562B23B0607}" presName="sibTrans" presStyleCnt="0"/>
      <dgm:spPr/>
    </dgm:pt>
    <dgm:pt modelId="{ADBD6435-2788-4B2D-A798-A5BE0DB3C279}" type="pres">
      <dgm:prSet presAssocID="{10F42C02-3631-4543-B55A-0B188FFA958C}" presName="compNode" presStyleCnt="0"/>
      <dgm:spPr/>
    </dgm:pt>
    <dgm:pt modelId="{16329BC7-4EFF-4FF7-9BB8-66F1A1077BBF}" type="pres">
      <dgm:prSet presAssocID="{10F42C02-3631-4543-B55A-0B188FFA958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FCBA724-8807-48BF-97E1-92CB5EB4B3A6}" type="pres">
      <dgm:prSet presAssocID="{10F42C02-3631-4543-B55A-0B188FFA958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3683C9F6-D980-4483-B83F-57704BE1EB1F}" type="pres">
      <dgm:prSet presAssocID="{10F42C02-3631-4543-B55A-0B188FFA958C}" presName="spaceRect" presStyleCnt="0"/>
      <dgm:spPr/>
    </dgm:pt>
    <dgm:pt modelId="{E97706D7-E8B8-4AE1-AE3F-0E17E949572C}" type="pres">
      <dgm:prSet presAssocID="{10F42C02-3631-4543-B55A-0B188FFA95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A0BE905-5500-499E-9556-4F3E204BF6F9}" type="presOf" srcId="{496DC6D4-E9D2-4792-8855-CBE830371C0C}" destId="{858FBCD7-E28E-4BBB-A996-8E9623C6C962}" srcOrd="0" destOrd="0" presId="urn:microsoft.com/office/officeart/2018/5/layout/IconLeafLabelList"/>
    <dgm:cxn modelId="{AB9FA00A-8DC9-40CB-ABB2-9DC5C8ACFD9F}" type="presOf" srcId="{05063C18-AF39-4284-9A27-E7568BFB808E}" destId="{098B9AE4-276E-4E68-BAB7-845AF9FB12FB}" srcOrd="0" destOrd="0" presId="urn:microsoft.com/office/officeart/2018/5/layout/IconLeafLabelList"/>
    <dgm:cxn modelId="{E24CF10A-AF15-4C89-BAD4-05C294C96DBE}" type="presOf" srcId="{10F42C02-3631-4543-B55A-0B188FFA958C}" destId="{E97706D7-E8B8-4AE1-AE3F-0E17E949572C}" srcOrd="0" destOrd="0" presId="urn:microsoft.com/office/officeart/2018/5/layout/IconLeafLabelList"/>
    <dgm:cxn modelId="{1619DD1F-CE0D-477C-A15B-5C8BED280328}" type="presOf" srcId="{E00EFD4D-DEFF-412E-BB0F-399A344AF313}" destId="{1AC9A0FF-A197-4AAE-AAE1-078E446CE113}" srcOrd="0" destOrd="0" presId="urn:microsoft.com/office/officeart/2018/5/layout/IconLeafLabelList"/>
    <dgm:cxn modelId="{AD87BA8B-D59F-4E8E-AD64-25FB35B7ABEB}" srcId="{05063C18-AF39-4284-9A27-E7568BFB808E}" destId="{496DC6D4-E9D2-4792-8855-CBE830371C0C}" srcOrd="0" destOrd="0" parTransId="{DA3DC60D-E5A6-471B-BCB9-F319EF65A487}" sibTransId="{9E38C04D-ED38-4A57-B417-05D134663EEC}"/>
    <dgm:cxn modelId="{7A6B9892-D8F9-400F-876E-C98EE285EFF7}" srcId="{05063C18-AF39-4284-9A27-E7568BFB808E}" destId="{10F42C02-3631-4543-B55A-0B188FFA958C}" srcOrd="2" destOrd="0" parTransId="{E17E0120-BB51-489C-BF64-A38EBA44674E}" sibTransId="{B1503D4F-5EE9-4519-BCD7-9EFB55F1F8DD}"/>
    <dgm:cxn modelId="{2151F3BC-A30C-4AE9-AE8A-D772A3945D61}" srcId="{05063C18-AF39-4284-9A27-E7568BFB808E}" destId="{E00EFD4D-DEFF-412E-BB0F-399A344AF313}" srcOrd="1" destOrd="0" parTransId="{2B558CAF-F3C6-4FDA-9306-602E102678D4}" sibTransId="{F3DCD932-F535-4F5B-9BF8-E562B23B0607}"/>
    <dgm:cxn modelId="{C32984FE-8244-45E7-A1EF-517677D22A3C}" type="presParOf" srcId="{098B9AE4-276E-4E68-BAB7-845AF9FB12FB}" destId="{808E6E1C-BCD2-42B7-9240-438E946A0ACB}" srcOrd="0" destOrd="0" presId="urn:microsoft.com/office/officeart/2018/5/layout/IconLeafLabelList"/>
    <dgm:cxn modelId="{17A3930B-F805-43C6-94D4-45CEA951BB01}" type="presParOf" srcId="{808E6E1C-BCD2-42B7-9240-438E946A0ACB}" destId="{AC008A07-E074-4DCF-8ECD-D2E097ABBD1F}" srcOrd="0" destOrd="0" presId="urn:microsoft.com/office/officeart/2018/5/layout/IconLeafLabelList"/>
    <dgm:cxn modelId="{1C4CCE3B-8E6A-4453-BF17-E0B219E8D2FD}" type="presParOf" srcId="{808E6E1C-BCD2-42B7-9240-438E946A0ACB}" destId="{5A09DA61-C05E-4AEF-97E0-5752CA5B0907}" srcOrd="1" destOrd="0" presId="urn:microsoft.com/office/officeart/2018/5/layout/IconLeafLabelList"/>
    <dgm:cxn modelId="{CED3635B-DA8D-423E-B0CC-312D5F644220}" type="presParOf" srcId="{808E6E1C-BCD2-42B7-9240-438E946A0ACB}" destId="{F5117894-5673-4909-A0B7-C5B3655E0253}" srcOrd="2" destOrd="0" presId="urn:microsoft.com/office/officeart/2018/5/layout/IconLeafLabelList"/>
    <dgm:cxn modelId="{2D208DFA-7480-4867-AB6A-0D6509B3EE46}" type="presParOf" srcId="{808E6E1C-BCD2-42B7-9240-438E946A0ACB}" destId="{858FBCD7-E28E-4BBB-A996-8E9623C6C962}" srcOrd="3" destOrd="0" presId="urn:microsoft.com/office/officeart/2018/5/layout/IconLeafLabelList"/>
    <dgm:cxn modelId="{ECDC6589-464D-4F50-9611-76C3946152EF}" type="presParOf" srcId="{098B9AE4-276E-4E68-BAB7-845AF9FB12FB}" destId="{D2047151-9B7A-4D9D-85AD-1C1C74A13FF0}" srcOrd="1" destOrd="0" presId="urn:microsoft.com/office/officeart/2018/5/layout/IconLeafLabelList"/>
    <dgm:cxn modelId="{702E5B1A-D9B2-4EEE-A1C6-21CB5942ED92}" type="presParOf" srcId="{098B9AE4-276E-4E68-BAB7-845AF9FB12FB}" destId="{39308DB7-3180-45D1-BBF6-3E4A9620AB2A}" srcOrd="2" destOrd="0" presId="urn:microsoft.com/office/officeart/2018/5/layout/IconLeafLabelList"/>
    <dgm:cxn modelId="{0881A139-9340-4504-A17E-6C4FFA17B499}" type="presParOf" srcId="{39308DB7-3180-45D1-BBF6-3E4A9620AB2A}" destId="{C6ABDC28-53E7-464B-9585-1D08A50EC5EE}" srcOrd="0" destOrd="0" presId="urn:microsoft.com/office/officeart/2018/5/layout/IconLeafLabelList"/>
    <dgm:cxn modelId="{22A5DB16-ED8F-4047-AF1E-609E4C425D63}" type="presParOf" srcId="{39308DB7-3180-45D1-BBF6-3E4A9620AB2A}" destId="{8AF559D6-0EB1-4C4F-BAE8-BA487F7FC509}" srcOrd="1" destOrd="0" presId="urn:microsoft.com/office/officeart/2018/5/layout/IconLeafLabelList"/>
    <dgm:cxn modelId="{C22071DF-B658-4ED1-834B-4DC2BD684DAC}" type="presParOf" srcId="{39308DB7-3180-45D1-BBF6-3E4A9620AB2A}" destId="{886FE8AA-9150-4912-AE88-CD490E984A32}" srcOrd="2" destOrd="0" presId="urn:microsoft.com/office/officeart/2018/5/layout/IconLeafLabelList"/>
    <dgm:cxn modelId="{B3688984-94E9-4EEB-BDEB-AEEB32D6899C}" type="presParOf" srcId="{39308DB7-3180-45D1-BBF6-3E4A9620AB2A}" destId="{1AC9A0FF-A197-4AAE-AAE1-078E446CE113}" srcOrd="3" destOrd="0" presId="urn:microsoft.com/office/officeart/2018/5/layout/IconLeafLabelList"/>
    <dgm:cxn modelId="{32B4361F-9F7E-4B85-B4A2-30F2504F21C0}" type="presParOf" srcId="{098B9AE4-276E-4E68-BAB7-845AF9FB12FB}" destId="{287375C6-F755-4F23-A06C-305140B465E6}" srcOrd="3" destOrd="0" presId="urn:microsoft.com/office/officeart/2018/5/layout/IconLeafLabelList"/>
    <dgm:cxn modelId="{75FA8B94-0CB2-4DA6-93DE-459083C67729}" type="presParOf" srcId="{098B9AE4-276E-4E68-BAB7-845AF9FB12FB}" destId="{ADBD6435-2788-4B2D-A798-A5BE0DB3C279}" srcOrd="4" destOrd="0" presId="urn:microsoft.com/office/officeart/2018/5/layout/IconLeafLabelList"/>
    <dgm:cxn modelId="{0D8D1655-DA18-43D3-8380-9A4E1DD051A9}" type="presParOf" srcId="{ADBD6435-2788-4B2D-A798-A5BE0DB3C279}" destId="{16329BC7-4EFF-4FF7-9BB8-66F1A1077BBF}" srcOrd="0" destOrd="0" presId="urn:microsoft.com/office/officeart/2018/5/layout/IconLeafLabelList"/>
    <dgm:cxn modelId="{BE4D63B9-D010-46E8-A447-0A4A5F9A67D4}" type="presParOf" srcId="{ADBD6435-2788-4B2D-A798-A5BE0DB3C279}" destId="{2FCBA724-8807-48BF-97E1-92CB5EB4B3A6}" srcOrd="1" destOrd="0" presId="urn:microsoft.com/office/officeart/2018/5/layout/IconLeafLabelList"/>
    <dgm:cxn modelId="{4B962A27-07F1-45BC-A22C-4C464268E634}" type="presParOf" srcId="{ADBD6435-2788-4B2D-A798-A5BE0DB3C279}" destId="{3683C9F6-D980-4483-B83F-57704BE1EB1F}" srcOrd="2" destOrd="0" presId="urn:microsoft.com/office/officeart/2018/5/layout/IconLeafLabelList"/>
    <dgm:cxn modelId="{E9704235-947B-41D9-A771-217A49573B84}" type="presParOf" srcId="{ADBD6435-2788-4B2D-A798-A5BE0DB3C279}" destId="{E97706D7-E8B8-4AE1-AE3F-0E17E949572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08A07-E074-4DCF-8ECD-D2E097ABBD1F}">
      <dsp:nvSpPr>
        <dsp:cNvPr id="0" name=""/>
        <dsp:cNvSpPr/>
      </dsp:nvSpPr>
      <dsp:spPr>
        <a:xfrm>
          <a:off x="681337" y="374184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9DA61-C05E-4AEF-97E0-5752CA5B0907}">
      <dsp:nvSpPr>
        <dsp:cNvPr id="0" name=""/>
        <dsp:cNvSpPr/>
      </dsp:nvSpPr>
      <dsp:spPr>
        <a:xfrm>
          <a:off x="1076212" y="769059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FBCD7-E28E-4BBB-A996-8E9623C6C962}">
      <dsp:nvSpPr>
        <dsp:cNvPr id="0" name=""/>
        <dsp:cNvSpPr/>
      </dsp:nvSpPr>
      <dsp:spPr>
        <a:xfrm>
          <a:off x="89024" y="2804184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Weekly standup</a:t>
          </a:r>
        </a:p>
      </dsp:txBody>
      <dsp:txXfrm>
        <a:off x="89024" y="2804184"/>
        <a:ext cx="3037500" cy="720000"/>
      </dsp:txXfrm>
    </dsp:sp>
    <dsp:sp modelId="{C6ABDC28-53E7-464B-9585-1D08A50EC5EE}">
      <dsp:nvSpPr>
        <dsp:cNvPr id="0" name=""/>
        <dsp:cNvSpPr/>
      </dsp:nvSpPr>
      <dsp:spPr>
        <a:xfrm>
          <a:off x="4250400" y="374184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559D6-0EB1-4C4F-BAE8-BA487F7FC509}">
      <dsp:nvSpPr>
        <dsp:cNvPr id="0" name=""/>
        <dsp:cNvSpPr/>
      </dsp:nvSpPr>
      <dsp:spPr>
        <a:xfrm>
          <a:off x="4645275" y="769059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C9A0FF-A197-4AAE-AAE1-078E446CE113}">
      <dsp:nvSpPr>
        <dsp:cNvPr id="0" name=""/>
        <dsp:cNvSpPr/>
      </dsp:nvSpPr>
      <dsp:spPr>
        <a:xfrm>
          <a:off x="3658087" y="2804184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Talking with classmates</a:t>
          </a:r>
        </a:p>
      </dsp:txBody>
      <dsp:txXfrm>
        <a:off x="3658087" y="2804184"/>
        <a:ext cx="3037500" cy="720000"/>
      </dsp:txXfrm>
    </dsp:sp>
    <dsp:sp modelId="{16329BC7-4EFF-4FF7-9BB8-66F1A1077BBF}">
      <dsp:nvSpPr>
        <dsp:cNvPr id="0" name=""/>
        <dsp:cNvSpPr/>
      </dsp:nvSpPr>
      <dsp:spPr>
        <a:xfrm>
          <a:off x="7819462" y="374184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BA724-8807-48BF-97E1-92CB5EB4B3A6}">
      <dsp:nvSpPr>
        <dsp:cNvPr id="0" name=""/>
        <dsp:cNvSpPr/>
      </dsp:nvSpPr>
      <dsp:spPr>
        <a:xfrm>
          <a:off x="8214337" y="769059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706D7-E8B8-4AE1-AE3F-0E17E949572C}">
      <dsp:nvSpPr>
        <dsp:cNvPr id="0" name=""/>
        <dsp:cNvSpPr/>
      </dsp:nvSpPr>
      <dsp:spPr>
        <a:xfrm>
          <a:off x="7227150" y="2804184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Meetings with RTR</a:t>
          </a:r>
        </a:p>
      </dsp:txBody>
      <dsp:txXfrm>
        <a:off x="7227150" y="2804184"/>
        <a:ext cx="30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1AEF9-22BF-4496-A480-C054B4349226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910ED-D739-4BA3-96C8-0FE40636023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85503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Fit finder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910ED-D739-4BA3-96C8-0FE406360230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640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Arch </a:t>
            </a:r>
            <a:r>
              <a:rPr lang="en-IE" dirty="0" err="1"/>
              <a:t>diag</a:t>
            </a:r>
            <a:endParaRPr lang="en-IE" dirty="0"/>
          </a:p>
          <a:p>
            <a:endParaRPr lang="en-I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dirty="0"/>
              <a:t>How the app 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dirty="0"/>
              <a:t>User to Vercel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dirty="0"/>
              <a:t>Vercel HTTP AWS EKS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dirty="0"/>
              <a:t>RABBITMQ between service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dirty="0"/>
              <a:t>AWS EKS to MONGO/GEMINI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910ED-D739-4BA3-96C8-0FE406360230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0847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/>
              <a:t>How I’m using it for FF</a:t>
            </a:r>
          </a:p>
          <a:p>
            <a:endParaRPr lang="en-GB" dirty="0"/>
          </a:p>
          <a:p>
            <a:r>
              <a:rPr lang="en-GB" dirty="0"/>
              <a:t>Smart container manager</a:t>
            </a:r>
          </a:p>
          <a:p>
            <a:endParaRPr lang="en-GB" dirty="0"/>
          </a:p>
          <a:p>
            <a:r>
              <a:rPr lang="en-GB" dirty="0"/>
              <a:t>Using ff as example</a:t>
            </a:r>
          </a:p>
          <a:p>
            <a:endParaRPr lang="en-GB" dirty="0"/>
          </a:p>
          <a:p>
            <a:r>
              <a:rPr lang="en-GB" dirty="0"/>
              <a:t>For each svc I have made a docker image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910ED-D739-4BA3-96C8-0FE406360230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3540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is a tool that I used to automate backend creation and management</a:t>
            </a:r>
          </a:p>
          <a:p>
            <a:endParaRPr lang="en-US" dirty="0"/>
          </a:p>
          <a:p>
            <a:r>
              <a:rPr lang="en-US" dirty="0"/>
              <a:t>Cloud management</a:t>
            </a:r>
          </a:p>
          <a:p>
            <a:r>
              <a:rPr lang="en-GB" dirty="0"/>
              <a:t>Terraform creates the </a:t>
            </a:r>
            <a:r>
              <a:rPr lang="en-GB" dirty="0" err="1"/>
              <a:t>aws</a:t>
            </a:r>
            <a:r>
              <a:rPr lang="en-GB" dirty="0"/>
              <a:t> resources for </a:t>
            </a:r>
            <a:r>
              <a:rPr lang="en-GB" dirty="0" err="1"/>
              <a:t>eks</a:t>
            </a:r>
            <a:r>
              <a:rPr lang="en-GB" dirty="0"/>
              <a:t>, these being the cluster and node groups along with IAMs</a:t>
            </a:r>
          </a:p>
          <a:p>
            <a:endParaRPr lang="en-GB" dirty="0"/>
          </a:p>
          <a:p>
            <a:r>
              <a:rPr lang="en-GB" dirty="0"/>
              <a:t>Kubernetes Deployment</a:t>
            </a:r>
          </a:p>
          <a:p>
            <a:r>
              <a:rPr lang="en-GB" dirty="0"/>
              <a:t>Terraform also deploys the Kubernetes attached to the node groups, each deployment corresponding to the respective node group</a:t>
            </a:r>
          </a:p>
          <a:p>
            <a:endParaRPr lang="en-GB" dirty="0"/>
          </a:p>
          <a:p>
            <a:r>
              <a:rPr lang="en-GB" dirty="0"/>
              <a:t>KEDA</a:t>
            </a:r>
          </a:p>
          <a:p>
            <a:r>
              <a:rPr lang="en-GB" dirty="0"/>
              <a:t>Keda is the autoscaling</a:t>
            </a:r>
          </a:p>
          <a:p>
            <a:r>
              <a:rPr lang="en-GB" dirty="0"/>
              <a:t>CloudWatch has to be configured for it to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910ED-D739-4BA3-96C8-0FE406360230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88913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RabbitMQ</a:t>
            </a:r>
          </a:p>
          <a:p>
            <a:r>
              <a:rPr lang="en-GB" dirty="0"/>
              <a:t>Recom -&gt; ML for async</a:t>
            </a:r>
          </a:p>
          <a:p>
            <a:endParaRPr lang="en-GB" dirty="0"/>
          </a:p>
          <a:p>
            <a:r>
              <a:rPr lang="en-GB" dirty="0"/>
              <a:t>ML</a:t>
            </a:r>
          </a:p>
          <a:p>
            <a:r>
              <a:rPr lang="en-GB" dirty="0"/>
              <a:t>ML to train the info</a:t>
            </a:r>
          </a:p>
          <a:p>
            <a:endParaRPr lang="en-GB" dirty="0"/>
          </a:p>
          <a:p>
            <a:r>
              <a:rPr lang="en-GB" dirty="0"/>
              <a:t>Mongo</a:t>
            </a:r>
          </a:p>
          <a:p>
            <a:r>
              <a:rPr lang="en-GB" dirty="0"/>
              <a:t>Store info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910ED-D739-4BA3-96C8-0FE406360230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1839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Jira</a:t>
            </a:r>
          </a:p>
          <a:p>
            <a:r>
              <a:rPr lang="en-US" dirty="0"/>
              <a:t>Project timeline</a:t>
            </a:r>
          </a:p>
          <a:p>
            <a:r>
              <a:rPr lang="en-US" dirty="0"/>
              <a:t>Sprints </a:t>
            </a:r>
          </a:p>
          <a:p>
            <a:endParaRPr lang="en-US" dirty="0"/>
          </a:p>
          <a:p>
            <a:r>
              <a:rPr lang="en-US" dirty="0"/>
              <a:t>One Note</a:t>
            </a:r>
          </a:p>
          <a:p>
            <a:r>
              <a:rPr lang="en-US" dirty="0"/>
              <a:t>Weekly logs were taken to track</a:t>
            </a:r>
          </a:p>
          <a:p>
            <a:endParaRPr lang="en-US" dirty="0"/>
          </a:p>
          <a:p>
            <a:r>
              <a:rPr lang="en-US" dirty="0" err="1"/>
              <a:t>SupMeet</a:t>
            </a:r>
            <a:endParaRPr lang="en-US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910ED-D739-4BA3-96C8-0FE406360230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8583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910ED-D739-4BA3-96C8-0FE406360230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6500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448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490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721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986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165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3797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68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4951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6998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711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071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68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22826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0601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918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6176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046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1D1CF13-7FA9-4C2C-B624-945E3B6E5288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FBE26CB-ED53-412F-BFEB-7F2E967213E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146517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hyperlink" Target="https://atu-team-mcarroll.atlassian.net/jira/software/projects/FYPMC/boards/1" TargetMode="External"/><Relationship Id="rId12" Type="http://schemas.microsoft.com/office/2007/relationships/hdphoto" Target="../media/hdphoto5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11" Type="http://schemas.openxmlformats.org/officeDocument/2006/relationships/image" Target="../media/image21.png"/><Relationship Id="rId5" Type="http://schemas.openxmlformats.org/officeDocument/2006/relationships/image" Target="../media/image19.png"/><Relationship Id="rId10" Type="http://schemas.openxmlformats.org/officeDocument/2006/relationships/hyperlink" Target="https://atlantictu.sharepoint.com/sites/25266802projectengineering/_layouts/15/Doc.aspx?sourcedoc=%7B7d65f33e-66e4-42a3-8e9a-4b79a18829e2%7D&amp;action=view&amp;wd=target%28MARK+CARROLL+-+STUDENT%2FWeekly+Logs.one%7C17e44b8b-8625-4f5d-b83d-caf44b7c080e%2F%29&amp;wdorigin=717&amp;wdsectionfileid=%7B17e44b8b-8625-4f5d-b83d-caf44b7c080e%7D" TargetMode="External"/><Relationship Id="rId4" Type="http://schemas.openxmlformats.org/officeDocument/2006/relationships/hyperlink" Target="https://github.com/MCarroll345?tab=repositories&amp;q=FF&amp;type=&amp;language=&amp;sort=" TargetMode="External"/><Relationship Id="rId9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40ED7E-4309-4CF9-9C8D-82E304E02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35946-6100-9218-0A5B-46807F76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8857" y="965196"/>
            <a:ext cx="4583022" cy="26331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ln>
                  <a:solidFill>
                    <a:srgbClr val="000000">
                      <a:alpha val="9804"/>
                    </a:srgbClr>
                  </a:solidFill>
                </a:ln>
                <a:solidFill>
                  <a:srgbClr val="DADADA"/>
                </a:solidFill>
              </a:rPr>
              <a:t>Fit 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CCC1E-7989-2A9B-5336-A9869AACC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857" y="3598339"/>
            <a:ext cx="4559022" cy="1675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n>
                  <a:solidFill>
                    <a:srgbClr val="404040">
                      <a:alpha val="9804"/>
                    </a:srgbClr>
                  </a:solidFill>
                </a:ln>
                <a:solidFill>
                  <a:srgbClr val="FF563E"/>
                </a:solidFill>
              </a:rPr>
              <a:t>Outfit Recommendation Application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8ACC6B-EC7C-4E3C-8D08-C0A3AA40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614" y="965196"/>
            <a:ext cx="5042779" cy="4781641"/>
          </a:xfrm>
          <a:prstGeom prst="rect">
            <a:avLst/>
          </a:prstGeom>
          <a:solidFill>
            <a:schemeClr val="bg1"/>
          </a:solidFill>
          <a:ln w="190500">
            <a:solidFill>
              <a:srgbClr val="F2F2F2">
                <a:alpha val="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6AA4CA7E-BE45-65AB-3BDE-2E89D545D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723" y1="41309" x2="48145" y2="44336"/>
                        <a14:foregroundMark x1="48145" y1="44336" x2="36621" y2="38770"/>
                        <a14:foregroundMark x1="36621" y1="38770" x2="31445" y2="38379"/>
                        <a14:foregroundMark x1="17939" y1="73028" x2="15723" y2="76953"/>
                        <a14:foregroundMark x1="18535" y1="71973" x2="18259" y2="72461"/>
                        <a14:foregroundMark x1="15723" y1="76953" x2="15723" y2="77832"/>
                        <a14:foregroundMark x1="24902" y1="72754" x2="25781" y2="77930"/>
                        <a14:foregroundMark x1="24219" y1="68457" x2="24219" y2="68457"/>
                        <a14:foregroundMark x1="30273" y1="72656" x2="30273" y2="72656"/>
                        <a14:foregroundMark x1="36621" y1="71680" x2="36621" y2="71680"/>
                        <a14:foregroundMark x1="47070" y1="73438" x2="47070" y2="73438"/>
                        <a14:foregroundMark x1="46582" y1="68066" x2="46582" y2="68066"/>
                        <a14:foregroundMark x1="51074" y1="74121" x2="51074" y2="74121"/>
                        <a14:foregroundMark x1="64258" y1="72266" x2="64258" y2="72266"/>
                        <a14:foregroundMark x1="73730" y1="72363" x2="73730" y2="72363"/>
                        <a14:foregroundMark x1="83594" y1="73535" x2="83594" y2="73535"/>
                        <a14:foregroundMark x1="39844" y1="42871" x2="39844" y2="42871"/>
                        <a14:foregroundMark x1="42383" y1="49316" x2="42383" y2="49316"/>
                        <a14:backgroundMark x1="18457" y1="71289" x2="18457" y2="71289"/>
                        <a14:backgroundMark x1="17969" y1="70898" x2="17969" y2="70898"/>
                        <a14:backgroundMark x1="19531" y1="71387" x2="19531" y2="71387"/>
                        <a14:backgroundMark x1="19141" y1="71973" x2="19141" y2="71973"/>
                        <a14:backgroundMark x1="18262" y1="71973" x2="18262" y2="71973"/>
                        <a14:backgroundMark x1="18262" y1="71973" x2="18262" y2="71973"/>
                        <a14:backgroundMark x1="18652" y1="72461" x2="18652" y2="72461"/>
                        <a14:backgroundMark x1="18262" y1="72363" x2="18262" y2="72363"/>
                        <a14:backgroundMark x1="18262" y1="72461" x2="17578" y2="72461"/>
                        <a14:backgroundMark x1="18750" y1="71582" x2="18750" y2="71582"/>
                        <a14:backgroundMark x1="18945" y1="70801" x2="18945" y2="70801"/>
                        <a14:backgroundMark x1="19336" y1="70605" x2="19336" y2="70605"/>
                        <a14:backgroundMark x1="75586" y1="73926" x2="75586" y2="73926"/>
                        <a14:backgroundMark x1="19824" y1="72070" x2="20117" y2="70605"/>
                        <a14:backgroundMark x1="19141" y1="72266" x2="19141" y2="71875"/>
                        <a14:backgroundMark x1="18945" y1="71289" x2="18945" y2="71289"/>
                        <a14:backgroundMark x1="18262" y1="72852" x2="17676" y2="72852"/>
                        <a14:backgroundMark x1="18945" y1="72266" x2="19629" y2="69922"/>
                        <a14:backgroundMark x1="19922" y1="70117" x2="18555" y2="71973"/>
                        <a14:backgroundMark x1="19629" y1="70020" x2="20020" y2="70020"/>
                        <a14:backgroundMark x1="18652" y1="72070" x2="18652" y2="72070"/>
                        <a14:backgroundMark x1="18555" y1="72363" x2="18555" y2="723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346" y="1438360"/>
            <a:ext cx="3835314" cy="383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56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D64A12F0-8158-4372-9761-AD0A6ED3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E3CDA34C-C338-8935-D738-ACD06FCC7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95" b="89767" l="7815" r="93377">
                        <a14:foregroundMark x1="8742" y1="16158" x2="8742" y2="16158"/>
                        <a14:foregroundMark x1="8742" y1="16517" x2="8742" y2="16517"/>
                        <a14:foregroundMark x1="7815" y1="21185" x2="8874" y2="44165"/>
                        <a14:foregroundMark x1="8874" y1="48833" x2="9669" y2="71095"/>
                        <a14:foregroundMark x1="9669" y1="71095" x2="14172" y2="85817"/>
                        <a14:foregroundMark x1="14172" y1="85817" x2="42914" y2="92819"/>
                        <a14:foregroundMark x1="42914" y1="92819" x2="78278" y2="90485"/>
                        <a14:foregroundMark x1="78278" y1="90485" x2="90199" y2="79713"/>
                        <a14:foregroundMark x1="90199" y1="79713" x2="93377" y2="53860"/>
                        <a14:foregroundMark x1="93377" y1="53860" x2="89801" y2="23339"/>
                        <a14:foregroundMark x1="89801" y1="23339" x2="80397" y2="11849"/>
                        <a14:foregroundMark x1="80397" y1="11849" x2="15364" y2="11490"/>
                        <a14:foregroundMark x1="15364" y1="11490" x2="9404" y2="18312"/>
                        <a14:foregroundMark x1="64371" y1="12029" x2="7815" y2="19749"/>
                        <a14:foregroundMark x1="7815" y1="19749" x2="11258" y2="67325"/>
                        <a14:foregroundMark x1="11258" y1="67325" x2="17616" y2="80251"/>
                        <a14:foregroundMark x1="17616" y1="80251" x2="48212" y2="88689"/>
                        <a14:foregroundMark x1="48212" y1="88689" x2="83576" y2="62298"/>
                        <a14:foregroundMark x1="83576" y1="62298" x2="83974" y2="28187"/>
                        <a14:foregroundMark x1="83974" y1="28187" x2="81060" y2="14183"/>
                        <a14:foregroundMark x1="81060" y1="14183" x2="80132" y2="13824"/>
                        <a14:foregroundMark x1="79470" y1="15799" x2="74834" y2="22801"/>
                        <a14:foregroundMark x1="74834" y1="22801" x2="23444" y2="63196"/>
                        <a14:foregroundMark x1="17881" y1="37163" x2="52583" y2="75583"/>
                        <a14:foregroundMark x1="52583" y1="75583" x2="52583" y2="75583"/>
                        <a14:foregroundMark x1="36821" y1="80969" x2="69536" y2="36804"/>
                        <a14:foregroundMark x1="53907" y1="12029" x2="60795" y2="22262"/>
                        <a14:foregroundMark x1="60795" y1="22262" x2="65166" y2="56014"/>
                        <a14:foregroundMark x1="65166" y1="56014" x2="64768" y2="58707"/>
                        <a14:foregroundMark x1="57483" y1="38779" x2="56291" y2="25135"/>
                        <a14:foregroundMark x1="56291" y1="25135" x2="58675" y2="46858"/>
                        <a14:foregroundMark x1="53113" y1="69479" x2="47285" y2="79533"/>
                        <a14:foregroundMark x1="47285" y1="79533" x2="38146" y2="70377"/>
                        <a14:foregroundMark x1="38146" y1="70377" x2="36689" y2="63196"/>
                        <a14:foregroundMark x1="45430" y1="79354" x2="40000" y2="81508"/>
                        <a14:foregroundMark x1="53245" y1="80969" x2="40397" y2="80610"/>
                        <a14:foregroundMark x1="30464" y1="80610" x2="16821" y2="69300"/>
                        <a14:foregroundMark x1="16821" y1="69300" x2="13642" y2="71275"/>
                        <a14:foregroundMark x1="28609" y1="73250" x2="17616" y2="73250"/>
                        <a14:foregroundMark x1="17616" y1="73250" x2="17616" y2="73250"/>
                        <a14:foregroundMark x1="20795" y1="77199" x2="20530" y2="666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8416" y="1381189"/>
            <a:ext cx="6675168" cy="4922936"/>
          </a:xfrm>
          <a:prstGeom prst="rect">
            <a:avLst/>
          </a:prstGeom>
          <a:ln w="190500">
            <a:solidFill>
              <a:schemeClr val="tx1">
                <a:alpha val="7000"/>
              </a:schemeClr>
            </a:solidFill>
          </a:ln>
        </p:spPr>
      </p:pic>
      <p:sp>
        <p:nvSpPr>
          <p:cNvPr id="104" name="Title 1">
            <a:extLst>
              <a:ext uri="{FF2B5EF4-FFF2-40B4-BE49-F238E27FC236}">
                <a16:creationId xmlns:a16="http://schemas.microsoft.com/office/drawing/2014/main" id="{DDAD788F-7681-9CA6-EC1E-1D2B28AD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40218"/>
            <a:ext cx="10353762" cy="827314"/>
          </a:xfrm>
        </p:spPr>
        <p:txBody>
          <a:bodyPr/>
          <a:lstStyle/>
          <a:p>
            <a:r>
              <a:rPr lang="en-US" dirty="0"/>
              <a:t>Architecture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37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C2750-44B8-DB1A-CE8F-334C85866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6038548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Kubernetes</a:t>
            </a:r>
            <a:endParaRPr lang="en-GB" sz="54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1F472-5101-E37B-61A3-5D1318E6F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86827"/>
            <a:ext cx="3078749" cy="3715578"/>
          </a:xfrm>
        </p:spPr>
        <p:txBody>
          <a:bodyPr anchor="t">
            <a:normAutofit/>
          </a:bodyPr>
          <a:lstStyle/>
          <a:p>
            <a:r>
              <a:rPr 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Pods</a:t>
            </a:r>
          </a:p>
          <a:p>
            <a:endParaRPr lang="en-US" sz="28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r>
              <a:rPr 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Self Healing</a:t>
            </a:r>
          </a:p>
          <a:p>
            <a:endParaRPr lang="en-US" sz="28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r>
              <a:rPr 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Autoscaling</a:t>
            </a:r>
          </a:p>
          <a:p>
            <a:endParaRPr lang="en-US" sz="28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endParaRPr lang="en-US" sz="28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endParaRPr lang="en-GB" sz="28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A9BA2CE-3D99-418E-5826-FE7A28965D7E}"/>
              </a:ext>
            </a:extLst>
          </p:cNvPr>
          <p:cNvSpPr/>
          <p:nvPr/>
        </p:nvSpPr>
        <p:spPr>
          <a:xfrm>
            <a:off x="4577369" y="1022564"/>
            <a:ext cx="7304108" cy="536733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61" name="Picture 60" descr="A logo with a smile&#10;&#10;AI-generated content may be incorrect.">
            <a:extLst>
              <a:ext uri="{FF2B5EF4-FFF2-40B4-BE49-F238E27FC236}">
                <a16:creationId xmlns:a16="http://schemas.microsoft.com/office/drawing/2014/main" id="{8D9BC090-3EA3-B2BF-4143-6E13BB2FB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168" y="1061740"/>
            <a:ext cx="877558" cy="870087"/>
          </a:xfrm>
          <a:prstGeom prst="rect">
            <a:avLst/>
          </a:prstGeom>
        </p:spPr>
      </p:pic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603B827-1CC3-311C-FA44-4686D29FD355}"/>
              </a:ext>
            </a:extLst>
          </p:cNvPr>
          <p:cNvSpPr/>
          <p:nvPr/>
        </p:nvSpPr>
        <p:spPr>
          <a:xfrm>
            <a:off x="4749136" y="1901177"/>
            <a:ext cx="6960574" cy="434722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7890BFA-73D3-9C82-9D68-353DD6F8B36B}"/>
              </a:ext>
            </a:extLst>
          </p:cNvPr>
          <p:cNvSpPr/>
          <p:nvPr/>
        </p:nvSpPr>
        <p:spPr>
          <a:xfrm>
            <a:off x="5010130" y="2933662"/>
            <a:ext cx="1932245" cy="28217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64" name="Picture 63" descr="A blue and black logo&#10;&#10;AI-generated content may be incorrect.">
            <a:extLst>
              <a:ext uri="{FF2B5EF4-FFF2-40B4-BE49-F238E27FC236}">
                <a16:creationId xmlns:a16="http://schemas.microsoft.com/office/drawing/2014/main" id="{7BC2E6E8-86F3-6999-557B-4038BAC04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321" y="1975872"/>
            <a:ext cx="895105" cy="883394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90BEBF0F-6EB5-CFB0-B66C-57D02549DE74}"/>
              </a:ext>
            </a:extLst>
          </p:cNvPr>
          <p:cNvSpPr txBox="1"/>
          <p:nvPr/>
        </p:nvSpPr>
        <p:spPr>
          <a:xfrm>
            <a:off x="7330433" y="1973641"/>
            <a:ext cx="1559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Fit-Finder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Cluster</a:t>
            </a:r>
            <a:endParaRPr kumimoji="0" lang="en-IE" sz="24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C200DAE-11E3-20C9-1D50-F0C1BA66F529}"/>
              </a:ext>
            </a:extLst>
          </p:cNvPr>
          <p:cNvSpPr/>
          <p:nvPr/>
        </p:nvSpPr>
        <p:spPr>
          <a:xfrm>
            <a:off x="7233333" y="2933662"/>
            <a:ext cx="1932245" cy="28217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D00B57A-BCB0-934A-FF61-093990741B9B}"/>
              </a:ext>
            </a:extLst>
          </p:cNvPr>
          <p:cNvSpPr/>
          <p:nvPr/>
        </p:nvSpPr>
        <p:spPr>
          <a:xfrm>
            <a:off x="9456542" y="2933662"/>
            <a:ext cx="1932245" cy="28217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14A622-0E56-FA39-C756-B47DEB397A91}"/>
              </a:ext>
            </a:extLst>
          </p:cNvPr>
          <p:cNvSpPr txBox="1"/>
          <p:nvPr/>
        </p:nvSpPr>
        <p:spPr>
          <a:xfrm>
            <a:off x="5330182" y="3063046"/>
            <a:ext cx="1292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U</a:t>
            </a:r>
            <a:r>
              <a:rPr kumimoji="0" lang="en-IE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ser Node-Group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B4EA54-96DA-808B-453C-1A483A8AC54E}"/>
              </a:ext>
            </a:extLst>
          </p:cNvPr>
          <p:cNvSpPr txBox="1"/>
          <p:nvPr/>
        </p:nvSpPr>
        <p:spPr>
          <a:xfrm>
            <a:off x="7517767" y="3063046"/>
            <a:ext cx="1384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Recom </a:t>
            </a:r>
            <a:r>
              <a:rPr kumimoji="0" lang="en-IE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Node-Group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FD222B-518D-553D-7E37-52FEE4F6773A}"/>
              </a:ext>
            </a:extLst>
          </p:cNvPr>
          <p:cNvSpPr txBox="1"/>
          <p:nvPr/>
        </p:nvSpPr>
        <p:spPr>
          <a:xfrm>
            <a:off x="9659612" y="3063046"/>
            <a:ext cx="1553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Clothes Node-Group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7EA1414-7FAF-EEF4-21BB-283076F26B5D}"/>
              </a:ext>
            </a:extLst>
          </p:cNvPr>
          <p:cNvSpPr/>
          <p:nvPr/>
        </p:nvSpPr>
        <p:spPr>
          <a:xfrm>
            <a:off x="5149242" y="4115920"/>
            <a:ext cx="719174" cy="69270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E07C532-839E-22EE-3926-D260C8BD37F6}"/>
              </a:ext>
            </a:extLst>
          </p:cNvPr>
          <p:cNvSpPr/>
          <p:nvPr/>
        </p:nvSpPr>
        <p:spPr>
          <a:xfrm>
            <a:off x="6070148" y="4115920"/>
            <a:ext cx="719174" cy="69270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73" name="Picture 72" descr="A blue whale with blocks in it&#10;&#10;AI-generated content may be incorrect.">
            <a:extLst>
              <a:ext uri="{FF2B5EF4-FFF2-40B4-BE49-F238E27FC236}">
                <a16:creationId xmlns:a16="http://schemas.microsoft.com/office/drawing/2014/main" id="{CF787736-494C-3B60-79ED-E74E324863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171" y="4293702"/>
            <a:ext cx="453376" cy="337138"/>
          </a:xfrm>
          <a:prstGeom prst="rect">
            <a:avLst/>
          </a:prstGeom>
        </p:spPr>
      </p:pic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A2469A2D-E498-61A9-F479-2D1DCBB9DBD8}"/>
              </a:ext>
            </a:extLst>
          </p:cNvPr>
          <p:cNvCxnSpPr>
            <a:cxnSpLocks/>
            <a:stCxn id="71" idx="4"/>
          </p:cNvCxnSpPr>
          <p:nvPr/>
        </p:nvCxnSpPr>
        <p:spPr>
          <a:xfrm rot="16200000" flipH="1">
            <a:off x="5617767" y="4699684"/>
            <a:ext cx="249545" cy="46742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39307268-1041-7D33-43F3-A12D592EB4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2313" y="4808621"/>
            <a:ext cx="469022" cy="249545"/>
          </a:xfrm>
          <a:prstGeom prst="bentConnector3">
            <a:avLst>
              <a:gd name="adj1" fmla="val 7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A59F66B-6C66-0E5A-B361-48E63AD0E836}"/>
              </a:ext>
            </a:extLst>
          </p:cNvPr>
          <p:cNvSpPr txBox="1"/>
          <p:nvPr/>
        </p:nvSpPr>
        <p:spPr>
          <a:xfrm>
            <a:off x="5258792" y="5045888"/>
            <a:ext cx="148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U</a:t>
            </a:r>
            <a:r>
              <a:rPr kumimoji="0" lang="en-IE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ser Microservice Pods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77" name="Picture 76" descr="A blue whale with blocks in it&#10;&#10;AI-generated content may be incorrect.">
            <a:extLst>
              <a:ext uri="{FF2B5EF4-FFF2-40B4-BE49-F238E27FC236}">
                <a16:creationId xmlns:a16="http://schemas.microsoft.com/office/drawing/2014/main" id="{86EE8539-3D7F-B6CE-2B79-3B4512E383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894" y="4293702"/>
            <a:ext cx="453376" cy="337138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D3BB8877-1358-985D-F0FD-ADDE9AA0C7C3}"/>
              </a:ext>
            </a:extLst>
          </p:cNvPr>
          <p:cNvSpPr txBox="1"/>
          <p:nvPr/>
        </p:nvSpPr>
        <p:spPr>
          <a:xfrm>
            <a:off x="5236465" y="3536450"/>
            <a:ext cx="624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U</a:t>
            </a:r>
            <a:r>
              <a:rPr kumimoji="0" lang="en-IE" sz="14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serPod-1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C85AF2-585B-C874-77AD-09A3EA323983}"/>
              </a:ext>
            </a:extLst>
          </p:cNvPr>
          <p:cNvSpPr txBox="1"/>
          <p:nvPr/>
        </p:nvSpPr>
        <p:spPr>
          <a:xfrm>
            <a:off x="6157371" y="3536449"/>
            <a:ext cx="624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U</a:t>
            </a:r>
            <a:r>
              <a:rPr kumimoji="0" lang="en-IE" sz="14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serPod-2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0D9DA21-59DE-2AE0-5684-51E59D4CA65B}"/>
              </a:ext>
            </a:extLst>
          </p:cNvPr>
          <p:cNvSpPr/>
          <p:nvPr/>
        </p:nvSpPr>
        <p:spPr>
          <a:xfrm>
            <a:off x="7390773" y="4115920"/>
            <a:ext cx="719174" cy="69270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BB3A258-CA7B-9637-C6D4-A8495E85BAFF}"/>
              </a:ext>
            </a:extLst>
          </p:cNvPr>
          <p:cNvSpPr/>
          <p:nvPr/>
        </p:nvSpPr>
        <p:spPr>
          <a:xfrm>
            <a:off x="8311679" y="4115920"/>
            <a:ext cx="719174" cy="69270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82" name="Picture 81" descr="A blue whale with blocks in it&#10;&#10;AI-generated content may be incorrect.">
            <a:extLst>
              <a:ext uri="{FF2B5EF4-FFF2-40B4-BE49-F238E27FC236}">
                <a16:creationId xmlns:a16="http://schemas.microsoft.com/office/drawing/2014/main" id="{8488A4B2-683B-5315-6423-D5DA04A42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702" y="4293702"/>
            <a:ext cx="453376" cy="337138"/>
          </a:xfrm>
          <a:prstGeom prst="rect">
            <a:avLst/>
          </a:prstGeom>
        </p:spPr>
      </p:pic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623A6D0-BE37-74C7-15E3-745408E6745A}"/>
              </a:ext>
            </a:extLst>
          </p:cNvPr>
          <p:cNvCxnSpPr>
            <a:cxnSpLocks/>
            <a:stCxn id="80" idx="4"/>
          </p:cNvCxnSpPr>
          <p:nvPr/>
        </p:nvCxnSpPr>
        <p:spPr>
          <a:xfrm rot="16200000" flipH="1">
            <a:off x="7859298" y="4699684"/>
            <a:ext cx="249545" cy="46742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32FFEAFD-53B7-C31B-3C29-F26E90C54FAB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03844" y="4808621"/>
            <a:ext cx="469022" cy="249545"/>
          </a:xfrm>
          <a:prstGeom prst="bentConnector3">
            <a:avLst>
              <a:gd name="adj1" fmla="val 7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33822CEA-2906-B49B-7F27-6311A05006B1}"/>
              </a:ext>
            </a:extLst>
          </p:cNvPr>
          <p:cNvSpPr txBox="1"/>
          <p:nvPr/>
        </p:nvSpPr>
        <p:spPr>
          <a:xfrm>
            <a:off x="7451034" y="5045887"/>
            <a:ext cx="1557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Recom </a:t>
            </a:r>
            <a:r>
              <a:rPr kumimoji="0" lang="en-IE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Microservice Pods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86" name="Picture 85" descr="A blue whale with blocks in it&#10;&#10;AI-generated content may be incorrect.">
            <a:extLst>
              <a:ext uri="{FF2B5EF4-FFF2-40B4-BE49-F238E27FC236}">
                <a16:creationId xmlns:a16="http://schemas.microsoft.com/office/drawing/2014/main" id="{2D139B69-A136-C3E4-8FFD-A6658E63B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425" y="4293702"/>
            <a:ext cx="453376" cy="337138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D8839D65-2107-669D-C6B3-FB3C10C85C9B}"/>
              </a:ext>
            </a:extLst>
          </p:cNvPr>
          <p:cNvSpPr txBox="1"/>
          <p:nvPr/>
        </p:nvSpPr>
        <p:spPr>
          <a:xfrm>
            <a:off x="7401194" y="3562371"/>
            <a:ext cx="71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Recom</a:t>
            </a:r>
            <a:r>
              <a:rPr kumimoji="0" lang="en-IE" sz="14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Pod-1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90B4B5-4517-261A-34BE-32BC0B3A75EF}"/>
              </a:ext>
            </a:extLst>
          </p:cNvPr>
          <p:cNvSpPr txBox="1"/>
          <p:nvPr/>
        </p:nvSpPr>
        <p:spPr>
          <a:xfrm>
            <a:off x="8299392" y="3562371"/>
            <a:ext cx="71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Recom</a:t>
            </a:r>
            <a:r>
              <a:rPr kumimoji="0" lang="en-IE" sz="14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Pod-2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FB45932-C113-8C3E-B11B-85C6DF5EC528}"/>
              </a:ext>
            </a:extLst>
          </p:cNvPr>
          <p:cNvSpPr/>
          <p:nvPr/>
        </p:nvSpPr>
        <p:spPr>
          <a:xfrm>
            <a:off x="9609595" y="4115920"/>
            <a:ext cx="719174" cy="69270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2FA2593-77BD-90D2-10A7-FA9D7B64F291}"/>
              </a:ext>
            </a:extLst>
          </p:cNvPr>
          <p:cNvSpPr/>
          <p:nvPr/>
        </p:nvSpPr>
        <p:spPr>
          <a:xfrm>
            <a:off x="10530500" y="4115920"/>
            <a:ext cx="719174" cy="69270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91" name="Picture 90" descr="A blue whale with blocks in it&#10;&#10;AI-generated content may be incorrect.">
            <a:extLst>
              <a:ext uri="{FF2B5EF4-FFF2-40B4-BE49-F238E27FC236}">
                <a16:creationId xmlns:a16="http://schemas.microsoft.com/office/drawing/2014/main" id="{245239EA-EEA0-9DF4-040A-E08B75615B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523" y="4293702"/>
            <a:ext cx="453376" cy="337138"/>
          </a:xfrm>
          <a:prstGeom prst="rect">
            <a:avLst/>
          </a:prstGeom>
        </p:spPr>
      </p:pic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6AB73FB0-5707-157F-393E-A985D57638C7}"/>
              </a:ext>
            </a:extLst>
          </p:cNvPr>
          <p:cNvCxnSpPr>
            <a:cxnSpLocks/>
            <a:stCxn id="89" idx="4"/>
          </p:cNvCxnSpPr>
          <p:nvPr/>
        </p:nvCxnSpPr>
        <p:spPr>
          <a:xfrm rot="16200000" flipH="1">
            <a:off x="10078120" y="4699684"/>
            <a:ext cx="249545" cy="46742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F659B4D5-6B65-EE45-5C98-60705174AE4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422666" y="4808621"/>
            <a:ext cx="469022" cy="249545"/>
          </a:xfrm>
          <a:prstGeom prst="bentConnector3">
            <a:avLst>
              <a:gd name="adj1" fmla="val 7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809EFC62-FCD3-3532-3CEA-6B8929A3A9C5}"/>
              </a:ext>
            </a:extLst>
          </p:cNvPr>
          <p:cNvSpPr txBox="1"/>
          <p:nvPr/>
        </p:nvSpPr>
        <p:spPr>
          <a:xfrm>
            <a:off x="9563317" y="5058200"/>
            <a:ext cx="1755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Checkout </a:t>
            </a:r>
            <a:r>
              <a:rPr kumimoji="0" lang="en-IE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Microservice Pods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pic>
        <p:nvPicPr>
          <p:cNvPr id="95" name="Picture 94" descr="A blue whale with blocks in it&#10;&#10;AI-generated content may be incorrect.">
            <a:extLst>
              <a:ext uri="{FF2B5EF4-FFF2-40B4-BE49-F238E27FC236}">
                <a16:creationId xmlns:a16="http://schemas.microsoft.com/office/drawing/2014/main" id="{6E85F4E2-69E0-707A-34C5-570515BC8C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247" y="4293702"/>
            <a:ext cx="453376" cy="337138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C727CA2D-C857-6A7C-68BA-3B5502F8AEE5}"/>
              </a:ext>
            </a:extLst>
          </p:cNvPr>
          <p:cNvSpPr txBox="1"/>
          <p:nvPr/>
        </p:nvSpPr>
        <p:spPr>
          <a:xfrm>
            <a:off x="9539277" y="3563993"/>
            <a:ext cx="915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Checkout</a:t>
            </a:r>
            <a:r>
              <a:rPr kumimoji="0" lang="en-IE" sz="14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Pod-1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1892248-0B27-AF34-83B6-ADBBF661EA26}"/>
              </a:ext>
            </a:extLst>
          </p:cNvPr>
          <p:cNvSpPr txBox="1"/>
          <p:nvPr/>
        </p:nvSpPr>
        <p:spPr>
          <a:xfrm>
            <a:off x="10482097" y="3563993"/>
            <a:ext cx="915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Checkout</a:t>
            </a:r>
            <a:r>
              <a:rPr kumimoji="0" lang="en-IE" sz="14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Pod-2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CC11E5-BE3B-0A6A-8877-C28A36FE8437}"/>
              </a:ext>
            </a:extLst>
          </p:cNvPr>
          <p:cNvSpPr txBox="1"/>
          <p:nvPr/>
        </p:nvSpPr>
        <p:spPr>
          <a:xfrm>
            <a:off x="5412288" y="5432116"/>
            <a:ext cx="1127033" cy="1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Port: 8001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5982FE-3021-AEA4-7FB5-99E3A452932B}"/>
              </a:ext>
            </a:extLst>
          </p:cNvPr>
          <p:cNvSpPr txBox="1"/>
          <p:nvPr/>
        </p:nvSpPr>
        <p:spPr>
          <a:xfrm>
            <a:off x="7650924" y="5432116"/>
            <a:ext cx="1127033" cy="1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Port: 8002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436B2B-0ED7-205F-56E6-417B1A6C7FA8}"/>
              </a:ext>
            </a:extLst>
          </p:cNvPr>
          <p:cNvSpPr txBox="1"/>
          <p:nvPr/>
        </p:nvSpPr>
        <p:spPr>
          <a:xfrm>
            <a:off x="9872660" y="5430534"/>
            <a:ext cx="1127033" cy="1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Port: 8003</a:t>
            </a:r>
          </a:p>
        </p:txBody>
      </p:sp>
    </p:spTree>
    <p:extLst>
      <p:ext uri="{BB962C8B-B14F-4D97-AF65-F5344CB8AC3E}">
        <p14:creationId xmlns:p14="http://schemas.microsoft.com/office/powerpoint/2010/main" val="2730894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58BC-0643-4971-B447-0E65FCC8E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43465"/>
            <a:ext cx="5978072" cy="970450"/>
          </a:xfrm>
        </p:spPr>
        <p:txBody>
          <a:bodyPr>
            <a:normAutofit/>
          </a:bodyPr>
          <a:lstStyle/>
          <a:p>
            <a:r>
              <a:rPr lang="en-US" sz="5400" dirty="0"/>
              <a:t>Terraform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1A9FA-D82F-E42C-2BC8-D20D511E3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80789"/>
            <a:ext cx="5978072" cy="3866048"/>
          </a:xfrm>
        </p:spPr>
        <p:txBody>
          <a:bodyPr anchor="ctr">
            <a:normAutofit/>
          </a:bodyPr>
          <a:lstStyle/>
          <a:p>
            <a:pPr>
              <a:buClr>
                <a:srgbClr val="D6487A"/>
              </a:buClr>
            </a:pPr>
            <a:r>
              <a:rPr lang="en-US" sz="2800" dirty="0"/>
              <a:t>Cloud management</a:t>
            </a:r>
          </a:p>
          <a:p>
            <a:pPr>
              <a:buClr>
                <a:srgbClr val="D6487A"/>
              </a:buClr>
            </a:pPr>
            <a:endParaRPr lang="en-US" sz="2800" dirty="0"/>
          </a:p>
          <a:p>
            <a:pPr>
              <a:buClr>
                <a:srgbClr val="D6487A"/>
              </a:buClr>
            </a:pPr>
            <a:r>
              <a:rPr lang="en-US" sz="2800" dirty="0"/>
              <a:t>Kubernetes Deployment </a:t>
            </a:r>
          </a:p>
          <a:p>
            <a:pPr>
              <a:buClr>
                <a:srgbClr val="D6487A"/>
              </a:buClr>
            </a:pPr>
            <a:endParaRPr lang="en-US" sz="2800" dirty="0"/>
          </a:p>
          <a:p>
            <a:pPr>
              <a:buClr>
                <a:srgbClr val="D6487A"/>
              </a:buClr>
            </a:pPr>
            <a:r>
              <a:rPr lang="en-US" sz="2800" dirty="0"/>
              <a:t>KEDA configuration</a:t>
            </a:r>
            <a:endParaRPr lang="en-GB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F706DA-13E8-4A4F-9260-551FB8127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68888-63AD-B1F7-5560-C459511FAE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815" b="-3"/>
          <a:stretch>
            <a:fillRect/>
          </a:stretch>
        </p:blipFill>
        <p:spPr>
          <a:xfrm>
            <a:off x="7552945" y="643465"/>
            <a:ext cx="3995592" cy="510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71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2DED-0552-F932-875D-DAAEF68C1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10517" cy="1117600"/>
          </a:xfrm>
        </p:spPr>
        <p:txBody>
          <a:bodyPr>
            <a:normAutofit/>
          </a:bodyPr>
          <a:lstStyle/>
          <a:p>
            <a:r>
              <a:rPr lang="en-US"/>
              <a:t>Other Technologies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AB9AD-20F2-0944-F8BC-456833B97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28800"/>
            <a:ext cx="5910517" cy="3962400"/>
          </a:xfrm>
        </p:spPr>
        <p:txBody>
          <a:bodyPr>
            <a:normAutofit/>
          </a:bodyPr>
          <a:lstStyle/>
          <a:p>
            <a:pPr>
              <a:buClr>
                <a:srgbClr val="41B442"/>
              </a:buClr>
            </a:pPr>
            <a:r>
              <a:rPr lang="en-US" dirty="0"/>
              <a:t>RabbitMQ</a:t>
            </a:r>
          </a:p>
          <a:p>
            <a:pPr lvl="1">
              <a:buClr>
                <a:srgbClr val="41B442"/>
              </a:buClr>
            </a:pPr>
            <a:r>
              <a:rPr lang="en-US" dirty="0"/>
              <a:t>Message Queuing</a:t>
            </a:r>
          </a:p>
          <a:p>
            <a:pPr>
              <a:buClr>
                <a:srgbClr val="41B442"/>
              </a:buClr>
            </a:pPr>
            <a:r>
              <a:rPr lang="en-US" dirty="0"/>
              <a:t>Machine Learning</a:t>
            </a:r>
          </a:p>
          <a:p>
            <a:pPr lvl="1">
              <a:buClr>
                <a:srgbClr val="41B442"/>
              </a:buClr>
            </a:pPr>
            <a:r>
              <a:rPr lang="en-US" dirty="0"/>
              <a:t>Improve recommendation algorithm</a:t>
            </a:r>
          </a:p>
          <a:p>
            <a:pPr>
              <a:buClr>
                <a:srgbClr val="41B442"/>
              </a:buClr>
            </a:pPr>
            <a:r>
              <a:rPr lang="en-US" dirty="0"/>
              <a:t>MongoDB</a:t>
            </a:r>
          </a:p>
          <a:p>
            <a:pPr lvl="1">
              <a:buClr>
                <a:srgbClr val="41B442"/>
              </a:buClr>
            </a:pPr>
            <a:r>
              <a:rPr lang="en-US" dirty="0"/>
              <a:t>Store clothing</a:t>
            </a:r>
          </a:p>
          <a:p>
            <a:pPr lvl="1">
              <a:buClr>
                <a:srgbClr val="41B442"/>
              </a:buClr>
            </a:pPr>
            <a:r>
              <a:rPr lang="en-US" dirty="0"/>
              <a:t>Store user information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B31415-7BF1-4297-867D-3EA440C99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2162" y="965196"/>
            <a:ext cx="3685394" cy="4971787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8">
            <a:extLst>
              <a:ext uri="{FF2B5EF4-FFF2-40B4-BE49-F238E27FC236}">
                <a16:creationId xmlns:a16="http://schemas.microsoft.com/office/drawing/2014/main" id="{CCED5FED-8D11-0A29-A7EE-5DDA3ED2F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41863" y="1980794"/>
            <a:ext cx="3397653" cy="53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6">
            <a:extLst>
              <a:ext uri="{FF2B5EF4-FFF2-40B4-BE49-F238E27FC236}">
                <a16:creationId xmlns:a16="http://schemas.microsoft.com/office/drawing/2014/main" id="{F6026FB6-CEB1-BDAD-26AA-1BF2B604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41863" y="4093293"/>
            <a:ext cx="3397653" cy="1129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1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0D1A-E695-780A-2AFB-BCA9B932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09600"/>
            <a:ext cx="5168052" cy="1117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Project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3E0C3-3FB0-6F12-E989-9F1B7C03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1828800"/>
            <a:ext cx="5168052" cy="3962400"/>
          </a:xfrm>
        </p:spPr>
        <p:txBody>
          <a:bodyPr>
            <a:normAutofit/>
          </a:bodyPr>
          <a:lstStyle/>
          <a:p>
            <a:pPr>
              <a:buClr>
                <a:srgbClr val="C05539"/>
              </a:buClr>
            </a:pPr>
            <a:r>
              <a:rPr lang="en-US" dirty="0"/>
              <a:t>Jira</a:t>
            </a:r>
          </a:p>
          <a:p>
            <a:pPr lvl="1">
              <a:buClr>
                <a:srgbClr val="C05539"/>
              </a:buClr>
            </a:pPr>
            <a:r>
              <a:rPr lang="en-US" dirty="0"/>
              <a:t>Used Sprints to plan project tasks</a:t>
            </a:r>
          </a:p>
          <a:p>
            <a:pPr marL="450000" lvl="1" indent="0">
              <a:buClr>
                <a:srgbClr val="C05539"/>
              </a:buClr>
              <a:buNone/>
            </a:pPr>
            <a:endParaRPr lang="en-US" dirty="0"/>
          </a:p>
          <a:p>
            <a:pPr>
              <a:buClr>
                <a:srgbClr val="C05539"/>
              </a:buClr>
            </a:pPr>
            <a:r>
              <a:rPr lang="en-US" dirty="0"/>
              <a:t>One Note</a:t>
            </a:r>
          </a:p>
          <a:p>
            <a:pPr lvl="1">
              <a:buClr>
                <a:srgbClr val="C05539"/>
              </a:buClr>
            </a:pPr>
            <a:r>
              <a:rPr lang="en-US" dirty="0"/>
              <a:t>Took weekly logs to record progress</a:t>
            </a:r>
          </a:p>
          <a:p>
            <a:pPr>
              <a:buClr>
                <a:srgbClr val="C05539"/>
              </a:buClr>
            </a:pPr>
            <a:endParaRPr lang="en-US" dirty="0"/>
          </a:p>
          <a:p>
            <a:pPr>
              <a:buClr>
                <a:srgbClr val="C05539"/>
              </a:buClr>
            </a:pPr>
            <a:r>
              <a:rPr lang="en-US" dirty="0"/>
              <a:t>Supervisor meetings</a:t>
            </a:r>
          </a:p>
          <a:p>
            <a:pPr lvl="1">
              <a:buClr>
                <a:srgbClr val="C05539"/>
              </a:buClr>
            </a:pPr>
            <a:r>
              <a:rPr lang="en-US" dirty="0"/>
              <a:t>Weekly meetings to gauge progress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5A1844-5CB8-438B-B90E-EF2A51CF8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586695" y="1"/>
            <a:ext cx="560530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ECFC82-6DA1-EA69-7379-E269144B0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055" y="3629573"/>
            <a:ext cx="3874581" cy="1637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89153C-1123-3267-B5DB-35CAE02CC4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831" y="1168400"/>
            <a:ext cx="5381031" cy="16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25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F78A-6F47-EA7F-F3B7-AEC46DF87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Collaboration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DCBE97-5C9F-F23C-348A-59D8D907D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46615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61874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9746-9B17-2DC3-E009-BA93066F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693" y="4511814"/>
            <a:ext cx="9440034" cy="11302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Links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04C0182-96E7-4A1B-8EAB-F910C2F3E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547807"/>
            <a:ext cx="10905066" cy="3816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3027FA-465A-EE7B-11B2-C264574947AD}"/>
              </a:ext>
            </a:extLst>
          </p:cNvPr>
          <p:cNvSpPr txBox="1"/>
          <p:nvPr/>
        </p:nvSpPr>
        <p:spPr>
          <a:xfrm>
            <a:off x="1857964" y="3567775"/>
            <a:ext cx="1468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07008">
              <a:spcAft>
                <a:spcPts val="600"/>
              </a:spcAft>
            </a:pPr>
            <a:r>
              <a:rPr lang="en-GB" sz="2000" kern="1200">
                <a:latin typeface="+mn-lt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IE" sz="1600"/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CF2DFA05-EA64-18A7-AA85-87B70E36E7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842" y="782020"/>
            <a:ext cx="2908304" cy="29740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B04E1-842F-5368-57AE-D0C80C599E05}"/>
              </a:ext>
            </a:extLst>
          </p:cNvPr>
          <p:cNvSpPr txBox="1"/>
          <p:nvPr/>
        </p:nvSpPr>
        <p:spPr>
          <a:xfrm>
            <a:off x="5669624" y="3607614"/>
            <a:ext cx="84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08176">
              <a:spcAft>
                <a:spcPts val="600"/>
              </a:spcAft>
            </a:pPr>
            <a:r>
              <a:rPr lang="en-GB" sz="2000" kern="1200" dirty="0">
                <a:latin typeface="+mn-lt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Jira</a:t>
            </a:r>
            <a:endParaRPr lang="en-IE" sz="1400" dirty="0"/>
          </a:p>
        </p:txBody>
      </p:sp>
      <p:pic>
        <p:nvPicPr>
          <p:cNvPr id="11" name="Picture 10" descr="A blue logo with a white background&#10;&#10;AI-generated content may be incorrect.">
            <a:extLst>
              <a:ext uri="{FF2B5EF4-FFF2-40B4-BE49-F238E27FC236}">
                <a16:creationId xmlns:a16="http://schemas.microsoft.com/office/drawing/2014/main" id="{32934778-7356-D9F0-1DA5-51DF201D93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839" b="92339" l="3586" r="95781">
                        <a14:foregroundMark x1="35865" y1="54032" x2="35865" y2="54032"/>
                        <a14:foregroundMark x1="5907" y1="51411" x2="5907" y2="51411"/>
                        <a14:foregroundMark x1="51688" y1="92540" x2="51688" y2="92540"/>
                        <a14:foregroundMark x1="70253" y1="42742" x2="70253" y2="42742"/>
                        <a14:foregroundMark x1="87764" y1="13306" x2="87764" y2="13306"/>
                        <a14:foregroundMark x1="87764" y1="15726" x2="87764" y2="15726"/>
                        <a14:foregroundMark x1="87764" y1="17742" x2="87764" y2="17742"/>
                        <a14:foregroundMark x1="87764" y1="17742" x2="87764" y2="17742"/>
                        <a14:foregroundMark x1="87764" y1="17742" x2="87764" y2="17742"/>
                        <a14:foregroundMark x1="83122" y1="15323" x2="72152" y2="16935"/>
                        <a14:foregroundMark x1="72152" y1="16935" x2="86287" y2="18548"/>
                        <a14:foregroundMark x1="86287" y1="18548" x2="77637" y2="15323"/>
                        <a14:foregroundMark x1="87975" y1="9274" x2="87975" y2="9274"/>
                        <a14:foregroundMark x1="92405" y1="8669" x2="92405" y2="8669"/>
                        <a14:foregroundMark x1="95781" y1="16331" x2="95781" y2="16331"/>
                        <a14:foregroundMark x1="90928" y1="5040" x2="90928" y2="5040"/>
                        <a14:foregroundMark x1="3586" y1="47984" x2="3586" y2="479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914" y="1293719"/>
            <a:ext cx="1864172" cy="19506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42DA29-4F61-15AA-AE9E-8F47C35B4F90}"/>
              </a:ext>
            </a:extLst>
          </p:cNvPr>
          <p:cNvSpPr txBox="1"/>
          <p:nvPr/>
        </p:nvSpPr>
        <p:spPr>
          <a:xfrm>
            <a:off x="9083020" y="3607614"/>
            <a:ext cx="1251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kern="1200">
                <a:latin typeface="+mn-lt"/>
                <a:ea typeface="+mn-ea"/>
                <a:cs typeface="+mn-c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OneNote</a:t>
            </a:r>
            <a:endParaRPr lang="en-IE"/>
          </a:p>
        </p:txBody>
      </p:sp>
      <p:pic>
        <p:nvPicPr>
          <p:cNvPr id="13" name="Picture 12" descr="A logo of a company&#10;&#10;AI-generated content may be incorrect.">
            <a:extLst>
              <a:ext uri="{FF2B5EF4-FFF2-40B4-BE49-F238E27FC236}">
                <a16:creationId xmlns:a16="http://schemas.microsoft.com/office/drawing/2014/main" id="{4AA81C2E-2988-59A4-E647-91BF416BC2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4375" y1="43750" x2="34375" y2="43750"/>
                        <a14:foregroundMark x1="34844" y1="41389" x2="34844" y2="41389"/>
                        <a14:foregroundMark x1="34844" y1="41389" x2="41250" y2="52500"/>
                        <a14:foregroundMark x1="44375" y1="61806" x2="43438" y2="51667"/>
                        <a14:foregroundMark x1="43438" y1="51667" x2="46172" y2="39722"/>
                        <a14:foregroundMark x1="46172" y1="39722" x2="40703" y2="58333"/>
                        <a14:foregroundMark x1="40703" y1="58333" x2="32578" y2="54583"/>
                        <a14:foregroundMark x1="32578" y1="54583" x2="32031" y2="5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975" y="1360899"/>
            <a:ext cx="3348471" cy="188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1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AB482FD-C684-4DAA-AC4C-1739F51A9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250221-242C-0361-CC70-FB99D4BC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236" y="1097280"/>
            <a:ext cx="6043875" cy="462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/>
              <a:t>Demo Time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AA738B-EDF5-4694-B25A-3488245BC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02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</TotalTime>
  <Words>266</Words>
  <Application>Microsoft Office PowerPoint</Application>
  <PresentationFormat>Widescreen</PresentationFormat>
  <Paragraphs>115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Calisto MT</vt:lpstr>
      <vt:lpstr>Wingdings 2</vt:lpstr>
      <vt:lpstr>Slate</vt:lpstr>
      <vt:lpstr>Fit Finder</vt:lpstr>
      <vt:lpstr>Architecture Diagram</vt:lpstr>
      <vt:lpstr>Kubernetes</vt:lpstr>
      <vt:lpstr>Terraform</vt:lpstr>
      <vt:lpstr>Other Technologies</vt:lpstr>
      <vt:lpstr>Project Planning</vt:lpstr>
      <vt:lpstr>Collaboration</vt:lpstr>
      <vt:lpstr>Links </vt:lpstr>
      <vt:lpstr>Demo Time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CARROLL - STUDENT</dc:creator>
  <cp:lastModifiedBy>MARK CARROLL - STUDENT</cp:lastModifiedBy>
  <cp:revision>2</cp:revision>
  <dcterms:created xsi:type="dcterms:W3CDTF">2025-12-02T13:27:39Z</dcterms:created>
  <dcterms:modified xsi:type="dcterms:W3CDTF">2026-04-27T11:48:11Z</dcterms:modified>
</cp:coreProperties>
</file>