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0275213"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99"/>
    <a:srgbClr val="C47AC4"/>
    <a:srgbClr val="F5E0F5"/>
    <a:srgbClr val="FDF8F2"/>
    <a:srgbClr val="FFFFFF"/>
    <a:srgbClr val="FFCDF9"/>
    <a:srgbClr val="FFA7F5"/>
    <a:srgbClr val="FF33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0E7D91-0CCD-44EF-AA24-518B9F2B0A54}" v="26" dt="2026-04-24T16:47:33.8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132" autoAdjust="0"/>
    <p:restoredTop sz="94660"/>
  </p:normalViewPr>
  <p:slideViewPr>
    <p:cSldViewPr snapToGrid="0">
      <p:cViewPr>
        <p:scale>
          <a:sx n="66" d="100"/>
          <a:sy n="66" d="100"/>
        </p:scale>
        <p:origin x="-1764" y="-109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CARROLL - STUDENT" userId="2683ae01-37bf-4e8e-a58e-1633328f5c4d" providerId="ADAL" clId="{34955F2A-6730-4708-AF09-89C2E31462D3}"/>
    <pc:docChg chg="modSld">
      <pc:chgData name="MARK CARROLL - STUDENT" userId="2683ae01-37bf-4e8e-a58e-1633328f5c4d" providerId="ADAL" clId="{34955F2A-6730-4708-AF09-89C2E31462D3}" dt="2026-04-14T09:06:33.913" v="273" actId="20577"/>
      <pc:docMkLst>
        <pc:docMk/>
      </pc:docMkLst>
      <pc:sldChg chg="modSp mod">
        <pc:chgData name="MARK CARROLL - STUDENT" userId="2683ae01-37bf-4e8e-a58e-1633328f5c4d" providerId="ADAL" clId="{34955F2A-6730-4708-AF09-89C2E31462D3}" dt="2026-04-14T09:06:33.913" v="273" actId="20577"/>
        <pc:sldMkLst>
          <pc:docMk/>
          <pc:sldMk cId="2089628848" sldId="256"/>
        </pc:sldMkLst>
        <pc:spChg chg="mod">
          <ac:chgData name="MARK CARROLL - STUDENT" userId="2683ae01-37bf-4e8e-a58e-1633328f5c4d" providerId="ADAL" clId="{34955F2A-6730-4708-AF09-89C2E31462D3}" dt="2026-04-14T08:50:52.370" v="269" actId="1076"/>
          <ac:spMkLst>
            <pc:docMk/>
            <pc:sldMk cId="2089628848" sldId="256"/>
            <ac:spMk id="7" creationId="{6E591108-9A74-DA82-3BC7-42EE87B7B928}"/>
          </ac:spMkLst>
        </pc:spChg>
        <pc:spChg chg="mod">
          <ac:chgData name="MARK CARROLL - STUDENT" userId="2683ae01-37bf-4e8e-a58e-1633328f5c4d" providerId="ADAL" clId="{34955F2A-6730-4708-AF09-89C2E31462D3}" dt="2026-04-14T08:50:15.959" v="263" actId="1076"/>
          <ac:spMkLst>
            <pc:docMk/>
            <pc:sldMk cId="2089628848" sldId="256"/>
            <ac:spMk id="13" creationId="{DE203861-509C-5A41-BB3D-0243E672BDA4}"/>
          </ac:spMkLst>
        </pc:spChg>
        <pc:spChg chg="mod">
          <ac:chgData name="MARK CARROLL - STUDENT" userId="2683ae01-37bf-4e8e-a58e-1633328f5c4d" providerId="ADAL" clId="{34955F2A-6730-4708-AF09-89C2E31462D3}" dt="2026-04-14T09:05:46.629" v="270" actId="14100"/>
          <ac:spMkLst>
            <pc:docMk/>
            <pc:sldMk cId="2089628848" sldId="256"/>
            <ac:spMk id="17" creationId="{7425548E-E861-4068-B95A-E2EBFDF09FF3}"/>
          </ac:spMkLst>
        </pc:spChg>
        <pc:spChg chg="mod">
          <ac:chgData name="MARK CARROLL - STUDENT" userId="2683ae01-37bf-4e8e-a58e-1633328f5c4d" providerId="ADAL" clId="{34955F2A-6730-4708-AF09-89C2E31462D3}" dt="2026-04-14T09:06:33.913" v="273" actId="20577"/>
          <ac:spMkLst>
            <pc:docMk/>
            <pc:sldMk cId="2089628848" sldId="256"/>
            <ac:spMk id="33" creationId="{1458EFC8-1FF8-E692-162C-473A839E6974}"/>
          </ac:spMkLst>
        </pc:spChg>
        <pc:spChg chg="mod">
          <ac:chgData name="MARK CARROLL - STUDENT" userId="2683ae01-37bf-4e8e-a58e-1633328f5c4d" providerId="ADAL" clId="{34955F2A-6730-4708-AF09-89C2E31462D3}" dt="2026-04-14T08:50:22.610" v="266" actId="1076"/>
          <ac:spMkLst>
            <pc:docMk/>
            <pc:sldMk cId="2089628848" sldId="256"/>
            <ac:spMk id="45" creationId="{4E5EA76F-3B1E-4E9D-5F18-1479FD6A37EE}"/>
          </ac:spMkLst>
        </pc:spChg>
        <pc:spChg chg="mod">
          <ac:chgData name="MARK CARROLL - STUDENT" userId="2683ae01-37bf-4e8e-a58e-1633328f5c4d" providerId="ADAL" clId="{34955F2A-6730-4708-AF09-89C2E31462D3}" dt="2026-04-14T08:48:48.214" v="159" actId="404"/>
          <ac:spMkLst>
            <pc:docMk/>
            <pc:sldMk cId="2089628848" sldId="256"/>
            <ac:spMk id="127" creationId="{C68E8CAE-8FF4-8A5F-5BDA-84EA2A2A2865}"/>
          </ac:spMkLst>
        </pc:spChg>
        <pc:spChg chg="mod">
          <ac:chgData name="MARK CARROLL - STUDENT" userId="2683ae01-37bf-4e8e-a58e-1633328f5c4d" providerId="ADAL" clId="{34955F2A-6730-4708-AF09-89C2E31462D3}" dt="2026-04-14T08:50:01.746" v="260" actId="20577"/>
          <ac:spMkLst>
            <pc:docMk/>
            <pc:sldMk cId="2089628848" sldId="256"/>
            <ac:spMk id="1033" creationId="{355421BD-5DEC-85E7-FE70-3A228970E8B1}"/>
          </ac:spMkLst>
        </pc:spChg>
      </pc:sldChg>
    </pc:docChg>
  </pc:docChgLst>
  <pc:docChgLst>
    <pc:chgData name="MARK CARROLL - STUDENT" userId="2683ae01-37bf-4e8e-a58e-1633328f5c4d" providerId="ADAL" clId="{3DFB9136-37F0-4DB0-993D-974E8F688190}"/>
    <pc:docChg chg="undo redo custSel modSld">
      <pc:chgData name="MARK CARROLL - STUDENT" userId="2683ae01-37bf-4e8e-a58e-1633328f5c4d" providerId="ADAL" clId="{3DFB9136-37F0-4DB0-993D-974E8F688190}" dt="2026-04-24T16:47:33.803" v="4418" actId="478"/>
      <pc:docMkLst>
        <pc:docMk/>
      </pc:docMkLst>
      <pc:sldChg chg="addSp delSp modSp mod setBg">
        <pc:chgData name="MARK CARROLL - STUDENT" userId="2683ae01-37bf-4e8e-a58e-1633328f5c4d" providerId="ADAL" clId="{3DFB9136-37F0-4DB0-993D-974E8F688190}" dt="2026-04-24T16:47:33.803" v="4418" actId="478"/>
        <pc:sldMkLst>
          <pc:docMk/>
          <pc:sldMk cId="2089628848" sldId="256"/>
        </pc:sldMkLst>
        <pc:spChg chg="add mod">
          <ac:chgData name="MARK CARROLL - STUDENT" userId="2683ae01-37bf-4e8e-a58e-1633328f5c4d" providerId="ADAL" clId="{3DFB9136-37F0-4DB0-993D-974E8F688190}" dt="2026-04-17T00:06:49.764" v="3763" actId="1076"/>
          <ac:spMkLst>
            <pc:docMk/>
            <pc:sldMk cId="2089628848" sldId="256"/>
            <ac:spMk id="3" creationId="{D47ACC8F-EE2D-DF74-3DFF-1B16478CE6D8}"/>
          </ac:spMkLst>
        </pc:spChg>
        <pc:spChg chg="mod">
          <ac:chgData name="MARK CARROLL - STUDENT" userId="2683ae01-37bf-4e8e-a58e-1633328f5c4d" providerId="ADAL" clId="{3DFB9136-37F0-4DB0-993D-974E8F688190}" dt="2026-04-14T14:46:41.683" v="3441" actId="164"/>
          <ac:spMkLst>
            <pc:docMk/>
            <pc:sldMk cId="2089628848" sldId="256"/>
            <ac:spMk id="4" creationId="{D751B4F1-915E-7139-CD09-90DE5F8AA5EE}"/>
          </ac:spMkLst>
        </pc:spChg>
        <pc:spChg chg="mod">
          <ac:chgData name="MARK CARROLL - STUDENT" userId="2683ae01-37bf-4e8e-a58e-1633328f5c4d" providerId="ADAL" clId="{3DFB9136-37F0-4DB0-993D-974E8F688190}" dt="2026-04-14T14:44:46.878" v="3434" actId="164"/>
          <ac:spMkLst>
            <pc:docMk/>
            <pc:sldMk cId="2089628848" sldId="256"/>
            <ac:spMk id="5" creationId="{76B56BE5-3142-9AE1-10ED-E1C0B8A65DCC}"/>
          </ac:spMkLst>
        </pc:spChg>
        <pc:spChg chg="mod ord">
          <ac:chgData name="MARK CARROLL - STUDENT" userId="2683ae01-37bf-4e8e-a58e-1633328f5c4d" providerId="ADAL" clId="{3DFB9136-37F0-4DB0-993D-974E8F688190}" dt="2026-04-14T14:39:36.237" v="3407" actId="1076"/>
          <ac:spMkLst>
            <pc:docMk/>
            <pc:sldMk cId="2089628848" sldId="256"/>
            <ac:spMk id="6" creationId="{21367855-829E-8595-CBB9-0F6BAF73152B}"/>
          </ac:spMkLst>
        </pc:spChg>
        <pc:spChg chg="add mod">
          <ac:chgData name="MARK CARROLL - STUDENT" userId="2683ae01-37bf-4e8e-a58e-1633328f5c4d" providerId="ADAL" clId="{3DFB9136-37F0-4DB0-993D-974E8F688190}" dt="2026-04-17T00:38:37.983" v="4413" actId="1076"/>
          <ac:spMkLst>
            <pc:docMk/>
            <pc:sldMk cId="2089628848" sldId="256"/>
            <ac:spMk id="7" creationId="{6E591108-9A74-DA82-3BC7-42EE87B7B928}"/>
          </ac:spMkLst>
        </pc:spChg>
        <pc:spChg chg="mod">
          <ac:chgData name="MARK CARROLL - STUDENT" userId="2683ae01-37bf-4e8e-a58e-1633328f5c4d" providerId="ADAL" clId="{3DFB9136-37F0-4DB0-993D-974E8F688190}" dt="2026-04-14T15:05:55.605" v="3542" actId="1076"/>
          <ac:spMkLst>
            <pc:docMk/>
            <pc:sldMk cId="2089628848" sldId="256"/>
            <ac:spMk id="11" creationId="{E71A3519-7AD5-B5F8-66DF-E65BF9EB449B}"/>
          </ac:spMkLst>
        </pc:spChg>
        <pc:spChg chg="add mod">
          <ac:chgData name="MARK CARROLL - STUDENT" userId="2683ae01-37bf-4e8e-a58e-1633328f5c4d" providerId="ADAL" clId="{3DFB9136-37F0-4DB0-993D-974E8F688190}" dt="2026-04-17T00:38:44.831" v="4414" actId="1076"/>
          <ac:spMkLst>
            <pc:docMk/>
            <pc:sldMk cId="2089628848" sldId="256"/>
            <ac:spMk id="13" creationId="{DE203861-509C-5A41-BB3D-0243E672BDA4}"/>
          </ac:spMkLst>
        </pc:spChg>
        <pc:spChg chg="add mod ord">
          <ac:chgData name="MARK CARROLL - STUDENT" userId="2683ae01-37bf-4e8e-a58e-1633328f5c4d" providerId="ADAL" clId="{3DFB9136-37F0-4DB0-993D-974E8F688190}" dt="2026-04-17T00:00:51.965" v="3625" actId="1076"/>
          <ac:spMkLst>
            <pc:docMk/>
            <pc:sldMk cId="2089628848" sldId="256"/>
            <ac:spMk id="14" creationId="{10ECE98A-4D65-A250-977B-5F44C5BFFE62}"/>
          </ac:spMkLst>
        </pc:spChg>
        <pc:spChg chg="mod">
          <ac:chgData name="MARK CARROLL - STUDENT" userId="2683ae01-37bf-4e8e-a58e-1633328f5c4d" providerId="ADAL" clId="{3DFB9136-37F0-4DB0-993D-974E8F688190}" dt="2026-04-17T00:00:59.013" v="3626" actId="1076"/>
          <ac:spMkLst>
            <pc:docMk/>
            <pc:sldMk cId="2089628848" sldId="256"/>
            <ac:spMk id="15" creationId="{DFCEA200-4386-9DD2-61D8-2F412CF628E0}"/>
          </ac:spMkLst>
        </pc:spChg>
        <pc:spChg chg="mod">
          <ac:chgData name="MARK CARROLL - STUDENT" userId="2683ae01-37bf-4e8e-a58e-1633328f5c4d" providerId="ADAL" clId="{3DFB9136-37F0-4DB0-993D-974E8F688190}" dt="2026-04-06T15:05:09.913" v="188" actId="14100"/>
          <ac:spMkLst>
            <pc:docMk/>
            <pc:sldMk cId="2089628848" sldId="256"/>
            <ac:spMk id="17" creationId="{7425548E-E861-4068-B95A-E2EBFDF09FF3}"/>
          </ac:spMkLst>
        </pc:spChg>
        <pc:spChg chg="mod">
          <ac:chgData name="MARK CARROLL - STUDENT" userId="2683ae01-37bf-4e8e-a58e-1633328f5c4d" providerId="ADAL" clId="{3DFB9136-37F0-4DB0-993D-974E8F688190}" dt="2026-04-06T15:46:03.537" v="684" actId="1076"/>
          <ac:spMkLst>
            <pc:docMk/>
            <pc:sldMk cId="2089628848" sldId="256"/>
            <ac:spMk id="20" creationId="{AA04D4F6-58A0-EDC2-6150-95C9AC2535A8}"/>
          </ac:spMkLst>
        </pc:spChg>
        <pc:spChg chg="mod">
          <ac:chgData name="MARK CARROLL - STUDENT" userId="2683ae01-37bf-4e8e-a58e-1633328f5c4d" providerId="ADAL" clId="{3DFB9136-37F0-4DB0-993D-974E8F688190}" dt="2026-04-07T16:58:41.363" v="2811" actId="1076"/>
          <ac:spMkLst>
            <pc:docMk/>
            <pc:sldMk cId="2089628848" sldId="256"/>
            <ac:spMk id="22" creationId="{5EC54650-324A-E658-F1C2-71616EFF246F}"/>
          </ac:spMkLst>
        </pc:spChg>
        <pc:spChg chg="mod">
          <ac:chgData name="MARK CARROLL - STUDENT" userId="2683ae01-37bf-4e8e-a58e-1633328f5c4d" providerId="ADAL" clId="{3DFB9136-37F0-4DB0-993D-974E8F688190}" dt="2026-04-07T16:58:41.363" v="2811" actId="1076"/>
          <ac:spMkLst>
            <pc:docMk/>
            <pc:sldMk cId="2089628848" sldId="256"/>
            <ac:spMk id="26" creationId="{8FE73719-7A8E-525F-5D38-78E8D8708A45}"/>
          </ac:spMkLst>
        </pc:spChg>
        <pc:spChg chg="mod">
          <ac:chgData name="MARK CARROLL - STUDENT" userId="2683ae01-37bf-4e8e-a58e-1633328f5c4d" providerId="ADAL" clId="{3DFB9136-37F0-4DB0-993D-974E8F688190}" dt="2026-04-06T17:17:32.189" v="1439" actId="1076"/>
          <ac:spMkLst>
            <pc:docMk/>
            <pc:sldMk cId="2089628848" sldId="256"/>
            <ac:spMk id="28" creationId="{7C0968A4-3844-13B2-3516-D8686EAAC812}"/>
          </ac:spMkLst>
        </pc:spChg>
        <pc:spChg chg="mod">
          <ac:chgData name="MARK CARROLL - STUDENT" userId="2683ae01-37bf-4e8e-a58e-1633328f5c4d" providerId="ADAL" clId="{3DFB9136-37F0-4DB0-993D-974E8F688190}" dt="2026-04-07T16:58:41.363" v="2811" actId="1076"/>
          <ac:spMkLst>
            <pc:docMk/>
            <pc:sldMk cId="2089628848" sldId="256"/>
            <ac:spMk id="29" creationId="{9189B2A9-17DC-3FEA-9253-0E9FF8F6AC90}"/>
          </ac:spMkLst>
        </pc:spChg>
        <pc:spChg chg="mod">
          <ac:chgData name="MARK CARROLL - STUDENT" userId="2683ae01-37bf-4e8e-a58e-1633328f5c4d" providerId="ADAL" clId="{3DFB9136-37F0-4DB0-993D-974E8F688190}" dt="2026-04-06T15:46:03.537" v="684" actId="1076"/>
          <ac:spMkLst>
            <pc:docMk/>
            <pc:sldMk cId="2089628848" sldId="256"/>
            <ac:spMk id="30" creationId="{E8BFE626-8058-D6BD-4C93-5573FCB7F924}"/>
          </ac:spMkLst>
        </pc:spChg>
        <pc:spChg chg="mod">
          <ac:chgData name="MARK CARROLL - STUDENT" userId="2683ae01-37bf-4e8e-a58e-1633328f5c4d" providerId="ADAL" clId="{3DFB9136-37F0-4DB0-993D-974E8F688190}" dt="2026-04-06T15:41:16.244" v="664" actId="207"/>
          <ac:spMkLst>
            <pc:docMk/>
            <pc:sldMk cId="2089628848" sldId="256"/>
            <ac:spMk id="31" creationId="{05D2D4F9-C79D-A717-5962-90CD7C137DF5}"/>
          </ac:spMkLst>
        </pc:spChg>
        <pc:spChg chg="add mod">
          <ac:chgData name="MARK CARROLL - STUDENT" userId="2683ae01-37bf-4e8e-a58e-1633328f5c4d" providerId="ADAL" clId="{3DFB9136-37F0-4DB0-993D-974E8F688190}" dt="2026-04-17T00:06:39.672" v="3761" actId="14100"/>
          <ac:spMkLst>
            <pc:docMk/>
            <pc:sldMk cId="2089628848" sldId="256"/>
            <ac:spMk id="32" creationId="{BBE3F9DA-A20C-F688-638D-5745D2FA259A}"/>
          </ac:spMkLst>
        </pc:spChg>
        <pc:spChg chg="mod">
          <ac:chgData name="MARK CARROLL - STUDENT" userId="2683ae01-37bf-4e8e-a58e-1633328f5c4d" providerId="ADAL" clId="{3DFB9136-37F0-4DB0-993D-974E8F688190}" dt="2026-04-07T16:58:41.363" v="2811" actId="1076"/>
          <ac:spMkLst>
            <pc:docMk/>
            <pc:sldMk cId="2089628848" sldId="256"/>
            <ac:spMk id="33" creationId="{1458EFC8-1FF8-E692-162C-473A839E6974}"/>
          </ac:spMkLst>
        </pc:spChg>
        <pc:spChg chg="mod ord">
          <ac:chgData name="MARK CARROLL - STUDENT" userId="2683ae01-37bf-4e8e-a58e-1633328f5c4d" providerId="ADAL" clId="{3DFB9136-37F0-4DB0-993D-974E8F688190}" dt="2026-04-14T14:39:09.709" v="3403" actId="166"/>
          <ac:spMkLst>
            <pc:docMk/>
            <pc:sldMk cId="2089628848" sldId="256"/>
            <ac:spMk id="35" creationId="{E3814DBA-CE2F-A443-B335-A5023428BC9C}"/>
          </ac:spMkLst>
        </pc:spChg>
        <pc:spChg chg="mod ord">
          <ac:chgData name="MARK CARROLL - STUDENT" userId="2683ae01-37bf-4e8e-a58e-1633328f5c4d" providerId="ADAL" clId="{3DFB9136-37F0-4DB0-993D-974E8F688190}" dt="2026-04-14T14:52:29.494" v="3497" actId="1076"/>
          <ac:spMkLst>
            <pc:docMk/>
            <pc:sldMk cId="2089628848" sldId="256"/>
            <ac:spMk id="38" creationId="{89FFBF5E-868F-9A2D-C460-22F59CB67AF2}"/>
          </ac:spMkLst>
        </pc:spChg>
        <pc:spChg chg="mod">
          <ac:chgData name="MARK CARROLL - STUDENT" userId="2683ae01-37bf-4e8e-a58e-1633328f5c4d" providerId="ADAL" clId="{3DFB9136-37F0-4DB0-993D-974E8F688190}" dt="2026-04-14T14:44:46.878" v="3434" actId="164"/>
          <ac:spMkLst>
            <pc:docMk/>
            <pc:sldMk cId="2089628848" sldId="256"/>
            <ac:spMk id="39" creationId="{C6FE353F-E8BB-03DB-8FE9-9D84C90A24B2}"/>
          </ac:spMkLst>
        </pc:spChg>
        <pc:spChg chg="mod">
          <ac:chgData name="MARK CARROLL - STUDENT" userId="2683ae01-37bf-4e8e-a58e-1633328f5c4d" providerId="ADAL" clId="{3DFB9136-37F0-4DB0-993D-974E8F688190}" dt="2026-04-14T14:42:48.897" v="3424" actId="1076"/>
          <ac:spMkLst>
            <pc:docMk/>
            <pc:sldMk cId="2089628848" sldId="256"/>
            <ac:spMk id="40" creationId="{85CDD55A-39A7-F95E-9254-E9AC61EE0F51}"/>
          </ac:spMkLst>
        </pc:spChg>
        <pc:spChg chg="add mod">
          <ac:chgData name="MARK CARROLL - STUDENT" userId="2683ae01-37bf-4e8e-a58e-1633328f5c4d" providerId="ADAL" clId="{3DFB9136-37F0-4DB0-993D-974E8F688190}" dt="2026-04-17T00:27:35.540" v="4353" actId="20577"/>
          <ac:spMkLst>
            <pc:docMk/>
            <pc:sldMk cId="2089628848" sldId="256"/>
            <ac:spMk id="41" creationId="{F4FC5E95-9243-D660-F67D-5154C04BDC51}"/>
          </ac:spMkLst>
        </pc:spChg>
        <pc:spChg chg="add mod">
          <ac:chgData name="MARK CARROLL - STUDENT" userId="2683ae01-37bf-4e8e-a58e-1633328f5c4d" providerId="ADAL" clId="{3DFB9136-37F0-4DB0-993D-974E8F688190}" dt="2026-04-17T00:38:17.856" v="4411" actId="1076"/>
          <ac:spMkLst>
            <pc:docMk/>
            <pc:sldMk cId="2089628848" sldId="256"/>
            <ac:spMk id="45" creationId="{4E5EA76F-3B1E-4E9D-5F18-1479FD6A37EE}"/>
          </ac:spMkLst>
        </pc:spChg>
        <pc:spChg chg="add mod">
          <ac:chgData name="MARK CARROLL - STUDENT" userId="2683ae01-37bf-4e8e-a58e-1633328f5c4d" providerId="ADAL" clId="{3DFB9136-37F0-4DB0-993D-974E8F688190}" dt="2026-04-17T00:10:42.948" v="3842" actId="20577"/>
          <ac:spMkLst>
            <pc:docMk/>
            <pc:sldMk cId="2089628848" sldId="256"/>
            <ac:spMk id="47" creationId="{2F69641F-74E8-F5C0-6708-2116A67C4E5D}"/>
          </ac:spMkLst>
        </pc:spChg>
        <pc:spChg chg="mod">
          <ac:chgData name="MARK CARROLL - STUDENT" userId="2683ae01-37bf-4e8e-a58e-1633328f5c4d" providerId="ADAL" clId="{3DFB9136-37F0-4DB0-993D-974E8F688190}" dt="2026-04-14T15:05:48.491" v="3541" actId="1076"/>
          <ac:spMkLst>
            <pc:docMk/>
            <pc:sldMk cId="2089628848" sldId="256"/>
            <ac:spMk id="53" creationId="{D0512442-C873-BE44-EBC1-0F33607E6FBA}"/>
          </ac:spMkLst>
        </pc:spChg>
        <pc:spChg chg="mod">
          <ac:chgData name="MARK CARROLL - STUDENT" userId="2683ae01-37bf-4e8e-a58e-1633328f5c4d" providerId="ADAL" clId="{3DFB9136-37F0-4DB0-993D-974E8F688190}" dt="2026-04-17T00:03:10.930" v="3659" actId="20577"/>
          <ac:spMkLst>
            <pc:docMk/>
            <pc:sldMk cId="2089628848" sldId="256"/>
            <ac:spMk id="54" creationId="{91129143-D100-78FC-F35C-1575F02E48E3}"/>
          </ac:spMkLst>
        </pc:spChg>
        <pc:spChg chg="mod">
          <ac:chgData name="MARK CARROLL - STUDENT" userId="2683ae01-37bf-4e8e-a58e-1633328f5c4d" providerId="ADAL" clId="{3DFB9136-37F0-4DB0-993D-974E8F688190}" dt="2026-04-14T14:46:41.683" v="3441" actId="164"/>
          <ac:spMkLst>
            <pc:docMk/>
            <pc:sldMk cId="2089628848" sldId="256"/>
            <ac:spMk id="55" creationId="{90E24C3D-1F5B-2B33-A853-470B61AB327B}"/>
          </ac:spMkLst>
        </pc:spChg>
        <pc:spChg chg="mod">
          <ac:chgData name="MARK CARROLL - STUDENT" userId="2683ae01-37bf-4e8e-a58e-1633328f5c4d" providerId="ADAL" clId="{3DFB9136-37F0-4DB0-993D-974E8F688190}" dt="2026-04-07T16:58:41.363" v="2811" actId="1076"/>
          <ac:spMkLst>
            <pc:docMk/>
            <pc:sldMk cId="2089628848" sldId="256"/>
            <ac:spMk id="62" creationId="{E89B59F7-C8B7-5F88-3179-4CF96AFDDC0F}"/>
          </ac:spMkLst>
        </pc:spChg>
        <pc:spChg chg="mod">
          <ac:chgData name="MARK CARROLL - STUDENT" userId="2683ae01-37bf-4e8e-a58e-1633328f5c4d" providerId="ADAL" clId="{3DFB9136-37F0-4DB0-993D-974E8F688190}" dt="2026-04-06T16:43:11.410" v="785" actId="207"/>
          <ac:spMkLst>
            <pc:docMk/>
            <pc:sldMk cId="2089628848" sldId="256"/>
            <ac:spMk id="63" creationId="{9916FF6C-4700-EA56-D1FA-F758D0817C99}"/>
          </ac:spMkLst>
        </pc:spChg>
        <pc:spChg chg="mod ord">
          <ac:chgData name="MARK CARROLL - STUDENT" userId="2683ae01-37bf-4e8e-a58e-1633328f5c4d" providerId="ADAL" clId="{3DFB9136-37F0-4DB0-993D-974E8F688190}" dt="2026-04-14T14:41:38.623" v="3418" actId="166"/>
          <ac:spMkLst>
            <pc:docMk/>
            <pc:sldMk cId="2089628848" sldId="256"/>
            <ac:spMk id="64" creationId="{C8BF907E-5828-B810-59F7-FCEC9EC8D96C}"/>
          </ac:spMkLst>
        </pc:spChg>
        <pc:spChg chg="mod ord">
          <ac:chgData name="MARK CARROLL - STUDENT" userId="2683ae01-37bf-4e8e-a58e-1633328f5c4d" providerId="ADAL" clId="{3DFB9136-37F0-4DB0-993D-974E8F688190}" dt="2026-04-14T14:51:50.941" v="3494" actId="166"/>
          <ac:spMkLst>
            <pc:docMk/>
            <pc:sldMk cId="2089628848" sldId="256"/>
            <ac:spMk id="65" creationId="{417F5B82-19CD-0FF5-1EEE-113FE00069DC}"/>
          </ac:spMkLst>
        </pc:spChg>
        <pc:spChg chg="mod">
          <ac:chgData name="MARK CARROLL - STUDENT" userId="2683ae01-37bf-4e8e-a58e-1633328f5c4d" providerId="ADAL" clId="{3DFB9136-37F0-4DB0-993D-974E8F688190}" dt="2026-04-14T14:44:46.878" v="3434" actId="164"/>
          <ac:spMkLst>
            <pc:docMk/>
            <pc:sldMk cId="2089628848" sldId="256"/>
            <ac:spMk id="67" creationId="{EAF7BAC5-A375-AC69-677D-F0AABEB61C0D}"/>
          </ac:spMkLst>
        </pc:spChg>
        <pc:spChg chg="add mod">
          <ac:chgData name="MARK CARROLL - STUDENT" userId="2683ae01-37bf-4e8e-a58e-1633328f5c4d" providerId="ADAL" clId="{3DFB9136-37F0-4DB0-993D-974E8F688190}" dt="2026-04-17T00:36:23.037" v="4409" actId="20577"/>
          <ac:spMkLst>
            <pc:docMk/>
            <pc:sldMk cId="2089628848" sldId="256"/>
            <ac:spMk id="68" creationId="{8F417AA1-2D6F-FAAC-635C-FFEFBFAB3269}"/>
          </ac:spMkLst>
        </pc:spChg>
        <pc:spChg chg="add mod">
          <ac:chgData name="MARK CARROLL - STUDENT" userId="2683ae01-37bf-4e8e-a58e-1633328f5c4d" providerId="ADAL" clId="{3DFB9136-37F0-4DB0-993D-974E8F688190}" dt="2026-04-17T00:06:20.144" v="3758" actId="1076"/>
          <ac:spMkLst>
            <pc:docMk/>
            <pc:sldMk cId="2089628848" sldId="256"/>
            <ac:spMk id="71" creationId="{8299A75B-AEBF-99DD-82CA-ED3322E7F1A5}"/>
          </ac:spMkLst>
        </pc:spChg>
        <pc:spChg chg="add mod">
          <ac:chgData name="MARK CARROLL - STUDENT" userId="2683ae01-37bf-4e8e-a58e-1633328f5c4d" providerId="ADAL" clId="{3DFB9136-37F0-4DB0-993D-974E8F688190}" dt="2026-04-17T00:04:46.667" v="3745" actId="1076"/>
          <ac:spMkLst>
            <pc:docMk/>
            <pc:sldMk cId="2089628848" sldId="256"/>
            <ac:spMk id="72" creationId="{6F847BDB-7C4D-B8E9-9A9F-07379BF3D045}"/>
          </ac:spMkLst>
        </pc:spChg>
        <pc:spChg chg="add mod">
          <ac:chgData name="MARK CARROLL - STUDENT" userId="2683ae01-37bf-4e8e-a58e-1633328f5c4d" providerId="ADAL" clId="{3DFB9136-37F0-4DB0-993D-974E8F688190}" dt="2026-04-17T00:11:11.501" v="3843" actId="313"/>
          <ac:spMkLst>
            <pc:docMk/>
            <pc:sldMk cId="2089628848" sldId="256"/>
            <ac:spMk id="73" creationId="{B13469B9-FB88-FCC8-29DE-197585A039B9}"/>
          </ac:spMkLst>
        </pc:spChg>
        <pc:spChg chg="mod">
          <ac:chgData name="MARK CARROLL - STUDENT" userId="2683ae01-37bf-4e8e-a58e-1633328f5c4d" providerId="ADAL" clId="{3DFB9136-37F0-4DB0-993D-974E8F688190}" dt="2026-04-14T14:44:46.878" v="3434" actId="164"/>
          <ac:spMkLst>
            <pc:docMk/>
            <pc:sldMk cId="2089628848" sldId="256"/>
            <ac:spMk id="79" creationId="{0CADF10F-E496-4FD1-BFF9-FEFC1688CA73}"/>
          </ac:spMkLst>
        </pc:spChg>
        <pc:spChg chg="add mod">
          <ac:chgData name="MARK CARROLL - STUDENT" userId="2683ae01-37bf-4e8e-a58e-1633328f5c4d" providerId="ADAL" clId="{3DFB9136-37F0-4DB0-993D-974E8F688190}" dt="2026-04-14T14:44:46.878" v="3434" actId="164"/>
          <ac:spMkLst>
            <pc:docMk/>
            <pc:sldMk cId="2089628848" sldId="256"/>
            <ac:spMk id="88" creationId="{2C969152-5C49-76B8-3266-90F606447E15}"/>
          </ac:spMkLst>
        </pc:spChg>
        <pc:spChg chg="add mod">
          <ac:chgData name="MARK CARROLL - STUDENT" userId="2683ae01-37bf-4e8e-a58e-1633328f5c4d" providerId="ADAL" clId="{3DFB9136-37F0-4DB0-993D-974E8F688190}" dt="2026-04-14T14:44:46.878" v="3434" actId="164"/>
          <ac:spMkLst>
            <pc:docMk/>
            <pc:sldMk cId="2089628848" sldId="256"/>
            <ac:spMk id="89" creationId="{325D126F-C93D-9DBE-A093-928E4612F691}"/>
          </ac:spMkLst>
        </pc:spChg>
        <pc:spChg chg="add mod">
          <ac:chgData name="MARK CARROLL - STUDENT" userId="2683ae01-37bf-4e8e-a58e-1633328f5c4d" providerId="ADAL" clId="{3DFB9136-37F0-4DB0-993D-974E8F688190}" dt="2026-04-06T15:41:53.670" v="666" actId="207"/>
          <ac:spMkLst>
            <pc:docMk/>
            <pc:sldMk cId="2089628848" sldId="256"/>
            <ac:spMk id="92" creationId="{CD538C77-FC2F-35D8-C56B-C8A168B63FA3}"/>
          </ac:spMkLst>
        </pc:spChg>
        <pc:spChg chg="add mod">
          <ac:chgData name="MARK CARROLL - STUDENT" userId="2683ae01-37bf-4e8e-a58e-1633328f5c4d" providerId="ADAL" clId="{3DFB9136-37F0-4DB0-993D-974E8F688190}" dt="2026-04-14T14:44:46.878" v="3434" actId="164"/>
          <ac:spMkLst>
            <pc:docMk/>
            <pc:sldMk cId="2089628848" sldId="256"/>
            <ac:spMk id="93" creationId="{27910F65-2F04-D137-ED49-3D11E95A2760}"/>
          </ac:spMkLst>
        </pc:spChg>
        <pc:spChg chg="add mod">
          <ac:chgData name="MARK CARROLL - STUDENT" userId="2683ae01-37bf-4e8e-a58e-1633328f5c4d" providerId="ADAL" clId="{3DFB9136-37F0-4DB0-993D-974E8F688190}" dt="2026-04-06T15:14:54.165" v="332" actId="1076"/>
          <ac:spMkLst>
            <pc:docMk/>
            <pc:sldMk cId="2089628848" sldId="256"/>
            <ac:spMk id="97" creationId="{B91DE3C9-6969-279B-5D16-EB0632882316}"/>
          </ac:spMkLst>
        </pc:spChg>
        <pc:spChg chg="add mod">
          <ac:chgData name="MARK CARROLL - STUDENT" userId="2683ae01-37bf-4e8e-a58e-1633328f5c4d" providerId="ADAL" clId="{3DFB9136-37F0-4DB0-993D-974E8F688190}" dt="2026-04-17T00:06:57.836" v="3765" actId="1076"/>
          <ac:spMkLst>
            <pc:docMk/>
            <pc:sldMk cId="2089628848" sldId="256"/>
            <ac:spMk id="101" creationId="{8CA9A82D-C331-5270-E410-EE88FEB90FF6}"/>
          </ac:spMkLst>
        </pc:spChg>
        <pc:spChg chg="add mod">
          <ac:chgData name="MARK CARROLL - STUDENT" userId="2683ae01-37bf-4e8e-a58e-1633328f5c4d" providerId="ADAL" clId="{3DFB9136-37F0-4DB0-993D-974E8F688190}" dt="2026-04-17T00:06:54.590" v="3764" actId="1076"/>
          <ac:spMkLst>
            <pc:docMk/>
            <pc:sldMk cId="2089628848" sldId="256"/>
            <ac:spMk id="102" creationId="{D6A07A41-EB07-96FD-A967-5B18C699C2E8}"/>
          </ac:spMkLst>
        </pc:spChg>
        <pc:spChg chg="add mod ord topLvl">
          <ac:chgData name="MARK CARROLL - STUDENT" userId="2683ae01-37bf-4e8e-a58e-1633328f5c4d" providerId="ADAL" clId="{3DFB9136-37F0-4DB0-993D-974E8F688190}" dt="2026-04-17T00:05:12.582" v="3748" actId="1076"/>
          <ac:spMkLst>
            <pc:docMk/>
            <pc:sldMk cId="2089628848" sldId="256"/>
            <ac:spMk id="103" creationId="{F19D2F04-421E-F266-0399-A8155623D4F0}"/>
          </ac:spMkLst>
        </pc:spChg>
        <pc:spChg chg="add mod topLvl">
          <ac:chgData name="MARK CARROLL - STUDENT" userId="2683ae01-37bf-4e8e-a58e-1633328f5c4d" providerId="ADAL" clId="{3DFB9136-37F0-4DB0-993D-974E8F688190}" dt="2026-04-17T00:05:12.582" v="3748" actId="1076"/>
          <ac:spMkLst>
            <pc:docMk/>
            <pc:sldMk cId="2089628848" sldId="256"/>
            <ac:spMk id="115" creationId="{ECA5F2D9-FA58-4649-8E23-ACA69585AA37}"/>
          </ac:spMkLst>
        </pc:spChg>
        <pc:spChg chg="add mod ord">
          <ac:chgData name="MARK CARROLL - STUDENT" userId="2683ae01-37bf-4e8e-a58e-1633328f5c4d" providerId="ADAL" clId="{3DFB9136-37F0-4DB0-993D-974E8F688190}" dt="2026-04-14T14:46:45.505" v="3445" actId="1076"/>
          <ac:spMkLst>
            <pc:docMk/>
            <pc:sldMk cId="2089628848" sldId="256"/>
            <ac:spMk id="116" creationId="{D127084E-3DFF-03C3-BBD2-DD012AB890BF}"/>
          </ac:spMkLst>
        </pc:spChg>
        <pc:spChg chg="add mod">
          <ac:chgData name="MARK CARROLL - STUDENT" userId="2683ae01-37bf-4e8e-a58e-1633328f5c4d" providerId="ADAL" clId="{3DFB9136-37F0-4DB0-993D-974E8F688190}" dt="2026-04-17T00:06:25.163" v="3759" actId="1076"/>
          <ac:spMkLst>
            <pc:docMk/>
            <pc:sldMk cId="2089628848" sldId="256"/>
            <ac:spMk id="118" creationId="{F243288E-C8FD-F9C4-2C79-E222A16A4CE5}"/>
          </ac:spMkLst>
        </pc:spChg>
        <pc:spChg chg="add mod">
          <ac:chgData name="MARK CARROLL - STUDENT" userId="2683ae01-37bf-4e8e-a58e-1633328f5c4d" providerId="ADAL" clId="{3DFB9136-37F0-4DB0-993D-974E8F688190}" dt="2026-04-17T00:07:10.892" v="3766" actId="1076"/>
          <ac:spMkLst>
            <pc:docMk/>
            <pc:sldMk cId="2089628848" sldId="256"/>
            <ac:spMk id="119" creationId="{61FE60E0-24B9-3E41-0545-8565EB98E442}"/>
          </ac:spMkLst>
        </pc:spChg>
        <pc:spChg chg="add mod">
          <ac:chgData name="MARK CARROLL - STUDENT" userId="2683ae01-37bf-4e8e-a58e-1633328f5c4d" providerId="ADAL" clId="{3DFB9136-37F0-4DB0-993D-974E8F688190}" dt="2026-04-17T00:05:26.233" v="3750" actId="14100"/>
          <ac:spMkLst>
            <pc:docMk/>
            <pc:sldMk cId="2089628848" sldId="256"/>
            <ac:spMk id="120" creationId="{674EBDDB-235C-EAAC-AE6A-6F0A7C2D0111}"/>
          </ac:spMkLst>
        </pc:spChg>
        <pc:spChg chg="add mod">
          <ac:chgData name="MARK CARROLL - STUDENT" userId="2683ae01-37bf-4e8e-a58e-1633328f5c4d" providerId="ADAL" clId="{3DFB9136-37F0-4DB0-993D-974E8F688190}" dt="2026-04-17T00:00:43.769" v="3622" actId="14100"/>
          <ac:spMkLst>
            <pc:docMk/>
            <pc:sldMk cId="2089628848" sldId="256"/>
            <ac:spMk id="121" creationId="{E38E30F0-F58E-1869-F2D8-E00EBFF8476A}"/>
          </ac:spMkLst>
        </pc:spChg>
        <pc:spChg chg="add mod">
          <ac:chgData name="MARK CARROLL - STUDENT" userId="2683ae01-37bf-4e8e-a58e-1633328f5c4d" providerId="ADAL" clId="{3DFB9136-37F0-4DB0-993D-974E8F688190}" dt="2026-04-17T00:24:32.965" v="3964" actId="1076"/>
          <ac:spMkLst>
            <pc:docMk/>
            <pc:sldMk cId="2089628848" sldId="256"/>
            <ac:spMk id="122" creationId="{CD3173E5-B602-5B28-65AC-87099C5E8EC0}"/>
          </ac:spMkLst>
        </pc:spChg>
        <pc:spChg chg="add mod">
          <ac:chgData name="MARK CARROLL - STUDENT" userId="2683ae01-37bf-4e8e-a58e-1633328f5c4d" providerId="ADAL" clId="{3DFB9136-37F0-4DB0-993D-974E8F688190}" dt="2026-04-17T00:05:16.778" v="3749" actId="1076"/>
          <ac:spMkLst>
            <pc:docMk/>
            <pc:sldMk cId="2089628848" sldId="256"/>
            <ac:spMk id="123" creationId="{1DD54374-FDAB-2D41-C8C1-08FD16C53B9D}"/>
          </ac:spMkLst>
        </pc:spChg>
        <pc:spChg chg="add mod">
          <ac:chgData name="MARK CARROLL - STUDENT" userId="2683ae01-37bf-4e8e-a58e-1633328f5c4d" providerId="ADAL" clId="{3DFB9136-37F0-4DB0-993D-974E8F688190}" dt="2026-04-17T00:06:25.163" v="3759" actId="1076"/>
          <ac:spMkLst>
            <pc:docMk/>
            <pc:sldMk cId="2089628848" sldId="256"/>
            <ac:spMk id="127" creationId="{C68E8CAE-8FF4-8A5F-5BDA-84EA2A2A2865}"/>
          </ac:spMkLst>
        </pc:spChg>
        <pc:spChg chg="add mod">
          <ac:chgData name="MARK CARROLL - STUDENT" userId="2683ae01-37bf-4e8e-a58e-1633328f5c4d" providerId="ADAL" clId="{3DFB9136-37F0-4DB0-993D-974E8F688190}" dt="2026-04-17T00:34:43.621" v="4382" actId="1076"/>
          <ac:spMkLst>
            <pc:docMk/>
            <pc:sldMk cId="2089628848" sldId="256"/>
            <ac:spMk id="1033" creationId="{355421BD-5DEC-85E7-FE70-3A228970E8B1}"/>
          </ac:spMkLst>
        </pc:spChg>
        <pc:spChg chg="mod">
          <ac:chgData name="MARK CARROLL - STUDENT" userId="2683ae01-37bf-4e8e-a58e-1633328f5c4d" providerId="ADAL" clId="{3DFB9136-37F0-4DB0-993D-974E8F688190}" dt="2026-04-14T14:44:46.878" v="3434" actId="164"/>
          <ac:spMkLst>
            <pc:docMk/>
            <pc:sldMk cId="2089628848" sldId="256"/>
            <ac:spMk id="1109" creationId="{C1465487-148F-F8BB-4279-BD2F59534BAC}"/>
          </ac:spMkLst>
        </pc:spChg>
        <pc:spChg chg="mod">
          <ac:chgData name="MARK CARROLL - STUDENT" userId="2683ae01-37bf-4e8e-a58e-1633328f5c4d" providerId="ADAL" clId="{3DFB9136-37F0-4DB0-993D-974E8F688190}" dt="2026-04-14T14:44:46.878" v="3434" actId="164"/>
          <ac:spMkLst>
            <pc:docMk/>
            <pc:sldMk cId="2089628848" sldId="256"/>
            <ac:spMk id="1131" creationId="{FAF8E3A0-22E7-5045-4D0D-8244ED84DC95}"/>
          </ac:spMkLst>
        </pc:spChg>
        <pc:spChg chg="mod">
          <ac:chgData name="MARK CARROLL - STUDENT" userId="2683ae01-37bf-4e8e-a58e-1633328f5c4d" providerId="ADAL" clId="{3DFB9136-37F0-4DB0-993D-974E8F688190}" dt="2026-04-14T14:44:46.878" v="3434" actId="164"/>
          <ac:spMkLst>
            <pc:docMk/>
            <pc:sldMk cId="2089628848" sldId="256"/>
            <ac:spMk id="1132" creationId="{9AE421D8-5B3E-1744-A921-EFD116510972}"/>
          </ac:spMkLst>
        </pc:spChg>
        <pc:grpChg chg="mod">
          <ac:chgData name="MARK CARROLL - STUDENT" userId="2683ae01-37bf-4e8e-a58e-1633328f5c4d" providerId="ADAL" clId="{3DFB9136-37F0-4DB0-993D-974E8F688190}" dt="2026-04-06T15:05:17.630" v="189" actId="1076"/>
          <ac:grpSpMkLst>
            <pc:docMk/>
            <pc:sldMk cId="2089628848" sldId="256"/>
            <ac:grpSpMk id="16" creationId="{42CD4D4D-13EE-FEE1-ED5F-DDEE615814D2}"/>
          </ac:grpSpMkLst>
        </pc:grpChg>
        <pc:grpChg chg="mod">
          <ac:chgData name="MARK CARROLL - STUDENT" userId="2683ae01-37bf-4e8e-a58e-1633328f5c4d" providerId="ADAL" clId="{3DFB9136-37F0-4DB0-993D-974E8F688190}" dt="2026-04-14T14:45:14.634" v="3437" actId="1076"/>
          <ac:grpSpMkLst>
            <pc:docMk/>
            <pc:sldMk cId="2089628848" sldId="256"/>
            <ac:grpSpMk id="46" creationId="{3DA97978-F3D9-019E-0029-86286050C1CE}"/>
          </ac:grpSpMkLst>
        </pc:grpChg>
        <pc:grpChg chg="add mod">
          <ac:chgData name="MARK CARROLL - STUDENT" userId="2683ae01-37bf-4e8e-a58e-1633328f5c4d" providerId="ADAL" clId="{3DFB9136-37F0-4DB0-993D-974E8F688190}" dt="2026-04-14T15:05:33.711" v="3539" actId="1076"/>
          <ac:grpSpMkLst>
            <pc:docMk/>
            <pc:sldMk cId="2089628848" sldId="256"/>
            <ac:grpSpMk id="69" creationId="{E6D83D7A-6923-DDB1-F5D7-25E2C6CAD8F6}"/>
          </ac:grpSpMkLst>
        </pc:grpChg>
        <pc:picChg chg="add mod">
          <ac:chgData name="MARK CARROLL - STUDENT" userId="2683ae01-37bf-4e8e-a58e-1633328f5c4d" providerId="ADAL" clId="{3DFB9136-37F0-4DB0-993D-974E8F688190}" dt="2026-04-24T16:47:16.621" v="4415"/>
          <ac:picMkLst>
            <pc:docMk/>
            <pc:sldMk cId="2089628848" sldId="256"/>
            <ac:picMk id="2" creationId="{34943A7F-D3BF-FD4B-96EA-75F5C1AE7E3B}"/>
          </ac:picMkLst>
        </pc:picChg>
        <pc:picChg chg="mod">
          <ac:chgData name="MARK CARROLL - STUDENT" userId="2683ae01-37bf-4e8e-a58e-1633328f5c4d" providerId="ADAL" clId="{3DFB9136-37F0-4DB0-993D-974E8F688190}" dt="2026-04-14T14:46:41.683" v="3441" actId="164"/>
          <ac:picMkLst>
            <pc:docMk/>
            <pc:sldMk cId="2089628848" sldId="256"/>
            <ac:picMk id="9" creationId="{2462C839-7DE6-B4A9-DB09-B1485B5322BF}"/>
          </ac:picMkLst>
        </pc:picChg>
        <pc:picChg chg="mod">
          <ac:chgData name="MARK CARROLL - STUDENT" userId="2683ae01-37bf-4e8e-a58e-1633328f5c4d" providerId="ADAL" clId="{3DFB9136-37F0-4DB0-993D-974E8F688190}" dt="2026-04-14T15:05:39.689" v="3540" actId="1076"/>
          <ac:picMkLst>
            <pc:docMk/>
            <pc:sldMk cId="2089628848" sldId="256"/>
            <ac:picMk id="10" creationId="{B27EB128-5BB7-34A1-F68F-D9A5370FEEC2}"/>
          </ac:picMkLst>
        </pc:picChg>
        <pc:picChg chg="mod">
          <ac:chgData name="MARK CARROLL - STUDENT" userId="2683ae01-37bf-4e8e-a58e-1633328f5c4d" providerId="ADAL" clId="{3DFB9136-37F0-4DB0-993D-974E8F688190}" dt="2026-04-14T14:46:41.683" v="3441" actId="164"/>
          <ac:picMkLst>
            <pc:docMk/>
            <pc:sldMk cId="2089628848" sldId="256"/>
            <ac:picMk id="12" creationId="{8C668FF9-61DD-E28E-1CE9-FF07D2D25672}"/>
          </ac:picMkLst>
        </pc:picChg>
        <pc:picChg chg="mod ord">
          <ac:chgData name="MARK CARROLL - STUDENT" userId="2683ae01-37bf-4e8e-a58e-1633328f5c4d" providerId="ADAL" clId="{3DFB9136-37F0-4DB0-993D-974E8F688190}" dt="2026-04-14T14:39:16.782" v="3405" actId="166"/>
          <ac:picMkLst>
            <pc:docMk/>
            <pc:sldMk cId="2089628848" sldId="256"/>
            <ac:picMk id="36" creationId="{61917C96-9654-5FA2-9D9E-BD2583AEAD36}"/>
          </ac:picMkLst>
        </pc:picChg>
        <pc:picChg chg="mod">
          <ac:chgData name="MARK CARROLL - STUDENT" userId="2683ae01-37bf-4e8e-a58e-1633328f5c4d" providerId="ADAL" clId="{3DFB9136-37F0-4DB0-993D-974E8F688190}" dt="2026-04-14T14:39:13.204" v="3404" actId="166"/>
          <ac:picMkLst>
            <pc:docMk/>
            <pc:sldMk cId="2089628848" sldId="256"/>
            <ac:picMk id="37" creationId="{0EDB3A5C-596A-880E-38F8-482FD83FDBA0}"/>
          </ac:picMkLst>
        </pc:picChg>
        <pc:picChg chg="add del mod">
          <ac:chgData name="MARK CARROLL - STUDENT" userId="2683ae01-37bf-4e8e-a58e-1633328f5c4d" providerId="ADAL" clId="{3DFB9136-37F0-4DB0-993D-974E8F688190}" dt="2026-04-24T16:47:33.803" v="4418" actId="478"/>
          <ac:picMkLst>
            <pc:docMk/>
            <pc:sldMk cId="2089628848" sldId="256"/>
            <ac:picMk id="42" creationId="{8D2F1AF2-34C8-9435-78A1-208F68D60ADC}"/>
          </ac:picMkLst>
        </pc:picChg>
        <pc:picChg chg="add mod">
          <ac:chgData name="MARK CARROLL - STUDENT" userId="2683ae01-37bf-4e8e-a58e-1633328f5c4d" providerId="ADAL" clId="{3DFB9136-37F0-4DB0-993D-974E8F688190}" dt="2026-04-17T00:10:04.141" v="3781" actId="14100"/>
          <ac:picMkLst>
            <pc:docMk/>
            <pc:sldMk cId="2089628848" sldId="256"/>
            <ac:picMk id="44" creationId="{564F8ABB-188E-7302-F4C8-EFC315DFE113}"/>
          </ac:picMkLst>
        </pc:picChg>
        <pc:picChg chg="mod">
          <ac:chgData name="MARK CARROLL - STUDENT" userId="2683ae01-37bf-4e8e-a58e-1633328f5c4d" providerId="ADAL" clId="{3DFB9136-37F0-4DB0-993D-974E8F688190}" dt="2026-04-14T15:05:29.046" v="3537" actId="14100"/>
          <ac:picMkLst>
            <pc:docMk/>
            <pc:sldMk cId="2089628848" sldId="256"/>
            <ac:picMk id="48" creationId="{6E4DB3AF-7914-1BD7-C0C3-83A5C019106E}"/>
          </ac:picMkLst>
        </pc:picChg>
        <pc:picChg chg="mod">
          <ac:chgData name="MARK CARROLL - STUDENT" userId="2683ae01-37bf-4e8e-a58e-1633328f5c4d" providerId="ADAL" clId="{3DFB9136-37F0-4DB0-993D-974E8F688190}" dt="2026-04-14T14:52:29.494" v="3497" actId="1076"/>
          <ac:picMkLst>
            <pc:docMk/>
            <pc:sldMk cId="2089628848" sldId="256"/>
            <ac:picMk id="49" creationId="{942E1B1B-DB42-A2CF-395B-D48FDACE2CFC}"/>
          </ac:picMkLst>
        </pc:picChg>
        <pc:picChg chg="add mod">
          <ac:chgData name="MARK CARROLL - STUDENT" userId="2683ae01-37bf-4e8e-a58e-1633328f5c4d" providerId="ADAL" clId="{3DFB9136-37F0-4DB0-993D-974E8F688190}" dt="2026-04-17T00:04:52.204" v="3746" actId="1076"/>
          <ac:picMkLst>
            <pc:docMk/>
            <pc:sldMk cId="2089628848" sldId="256"/>
            <ac:picMk id="70" creationId="{B38FBB2C-A18B-EFB9-52D5-E5DFAC150FCB}"/>
          </ac:picMkLst>
        </pc:picChg>
        <pc:picChg chg="add mod">
          <ac:chgData name="MARK CARROLL - STUDENT" userId="2683ae01-37bf-4e8e-a58e-1633328f5c4d" providerId="ADAL" clId="{3DFB9136-37F0-4DB0-993D-974E8F688190}" dt="2026-04-17T00:33:42.526" v="4381" actId="1440"/>
          <ac:picMkLst>
            <pc:docMk/>
            <pc:sldMk cId="2089628848" sldId="256"/>
            <ac:picMk id="75" creationId="{4ED0D4AA-94C7-39E3-50C3-98C005534101}"/>
          </ac:picMkLst>
        </pc:picChg>
        <pc:picChg chg="mod">
          <ac:chgData name="MARK CARROLL - STUDENT" userId="2683ae01-37bf-4e8e-a58e-1633328f5c4d" providerId="ADAL" clId="{3DFB9136-37F0-4DB0-993D-974E8F688190}" dt="2026-04-14T14:40:33.760" v="3409" actId="1076"/>
          <ac:picMkLst>
            <pc:docMk/>
            <pc:sldMk cId="2089628848" sldId="256"/>
            <ac:picMk id="78" creationId="{6F19F76C-848A-823B-24A9-63C0F1FE2108}"/>
          </ac:picMkLst>
        </pc:picChg>
        <pc:picChg chg="add mod">
          <ac:chgData name="MARK CARROLL - STUDENT" userId="2683ae01-37bf-4e8e-a58e-1633328f5c4d" providerId="ADAL" clId="{3DFB9136-37F0-4DB0-993D-974E8F688190}" dt="2026-04-17T00:05:57.024" v="3756" actId="14100"/>
          <ac:picMkLst>
            <pc:docMk/>
            <pc:sldMk cId="2089628848" sldId="256"/>
            <ac:picMk id="91" creationId="{05AECFD0-613D-0099-29D5-D5ABB06747E1}"/>
          </ac:picMkLst>
        </pc:picChg>
        <pc:picChg chg="add mod topLvl">
          <ac:chgData name="MARK CARROLL - STUDENT" userId="2683ae01-37bf-4e8e-a58e-1633328f5c4d" providerId="ADAL" clId="{3DFB9136-37F0-4DB0-993D-974E8F688190}" dt="2026-04-17T00:05:12.582" v="3748" actId="1076"/>
          <ac:picMkLst>
            <pc:docMk/>
            <pc:sldMk cId="2089628848" sldId="256"/>
            <ac:picMk id="104" creationId="{9D4C16F7-BCF7-0D40-E8E0-048FD0DC21D0}"/>
          </ac:picMkLst>
        </pc:picChg>
        <pc:picChg chg="add mod topLvl">
          <ac:chgData name="MARK CARROLL - STUDENT" userId="2683ae01-37bf-4e8e-a58e-1633328f5c4d" providerId="ADAL" clId="{3DFB9136-37F0-4DB0-993D-974E8F688190}" dt="2026-04-17T00:05:12.582" v="3748" actId="1076"/>
          <ac:picMkLst>
            <pc:docMk/>
            <pc:sldMk cId="2089628848" sldId="256"/>
            <ac:picMk id="105" creationId="{8EDBE26B-7AD7-2A62-709F-4ABA17C9AE41}"/>
          </ac:picMkLst>
        </pc:picChg>
        <pc:picChg chg="add mod topLvl">
          <ac:chgData name="MARK CARROLL - STUDENT" userId="2683ae01-37bf-4e8e-a58e-1633328f5c4d" providerId="ADAL" clId="{3DFB9136-37F0-4DB0-993D-974E8F688190}" dt="2026-04-17T00:05:12.582" v="3748" actId="1076"/>
          <ac:picMkLst>
            <pc:docMk/>
            <pc:sldMk cId="2089628848" sldId="256"/>
            <ac:picMk id="109" creationId="{2C5FD1A3-6930-44B1-9B52-519EEDA95FD2}"/>
          </ac:picMkLst>
        </pc:picChg>
        <pc:picChg chg="add mod ord topLvl">
          <ac:chgData name="MARK CARROLL - STUDENT" userId="2683ae01-37bf-4e8e-a58e-1633328f5c4d" providerId="ADAL" clId="{3DFB9136-37F0-4DB0-993D-974E8F688190}" dt="2026-04-06T17:15:56.401" v="1409" actId="165"/>
          <ac:picMkLst>
            <pc:docMk/>
            <pc:sldMk cId="2089628848" sldId="256"/>
            <ac:picMk id="111" creationId="{32A8D6EC-081E-4C26-B3FC-41099343C6AA}"/>
          </ac:picMkLst>
        </pc:picChg>
        <pc:picChg chg="add mod topLvl">
          <ac:chgData name="MARK CARROLL - STUDENT" userId="2683ae01-37bf-4e8e-a58e-1633328f5c4d" providerId="ADAL" clId="{3DFB9136-37F0-4DB0-993D-974E8F688190}" dt="2026-04-17T00:05:12.582" v="3748" actId="1076"/>
          <ac:picMkLst>
            <pc:docMk/>
            <pc:sldMk cId="2089628848" sldId="256"/>
            <ac:picMk id="114" creationId="{125C274B-477D-3DED-5338-A19A4C237C6A}"/>
          </ac:picMkLst>
        </pc:picChg>
        <pc:picChg chg="add mod">
          <ac:chgData name="MARK CARROLL - STUDENT" userId="2683ae01-37bf-4e8e-a58e-1633328f5c4d" providerId="ADAL" clId="{3DFB9136-37F0-4DB0-993D-974E8F688190}" dt="2026-04-06T18:25:32.363" v="2280" actId="1076"/>
          <ac:picMkLst>
            <pc:docMk/>
            <pc:sldMk cId="2089628848" sldId="256"/>
            <ac:picMk id="1025" creationId="{F79F45F4-FD07-9A92-17D1-1F6ECCDD3D8F}"/>
          </ac:picMkLst>
        </pc:picChg>
        <pc:picChg chg="add mod">
          <ac:chgData name="MARK CARROLL - STUDENT" userId="2683ae01-37bf-4e8e-a58e-1633328f5c4d" providerId="ADAL" clId="{3DFB9136-37F0-4DB0-993D-974E8F688190}" dt="2026-04-17T00:06:20.144" v="3758" actId="1076"/>
          <ac:picMkLst>
            <pc:docMk/>
            <pc:sldMk cId="2089628848" sldId="256"/>
            <ac:picMk id="1026" creationId="{3C8A469C-FB1D-CED1-6A2E-BEA9DB99DBA6}"/>
          </ac:picMkLst>
        </pc:picChg>
        <pc:picChg chg="add mod topLvl">
          <ac:chgData name="MARK CARROLL - STUDENT" userId="2683ae01-37bf-4e8e-a58e-1633328f5c4d" providerId="ADAL" clId="{3DFB9136-37F0-4DB0-993D-974E8F688190}" dt="2026-04-16T23:58:47.691" v="3620" actId="1076"/>
          <ac:picMkLst>
            <pc:docMk/>
            <pc:sldMk cId="2089628848" sldId="256"/>
            <ac:picMk id="1028" creationId="{748E942F-3FE4-C672-14BD-F91C80F207A6}"/>
          </ac:picMkLst>
        </pc:picChg>
        <pc:picChg chg="add mod topLvl">
          <ac:chgData name="MARK CARROLL - STUDENT" userId="2683ae01-37bf-4e8e-a58e-1633328f5c4d" providerId="ADAL" clId="{3DFB9136-37F0-4DB0-993D-974E8F688190}" dt="2026-04-17T00:05:12.582" v="3748" actId="1076"/>
          <ac:picMkLst>
            <pc:docMk/>
            <pc:sldMk cId="2089628848" sldId="256"/>
            <ac:picMk id="1040" creationId="{41856158-6934-3AB3-7FF3-989D11EFD98E}"/>
          </ac:picMkLst>
        </pc:picChg>
        <pc:picChg chg="add mod">
          <ac:chgData name="MARK CARROLL - STUDENT" userId="2683ae01-37bf-4e8e-a58e-1633328f5c4d" providerId="ADAL" clId="{3DFB9136-37F0-4DB0-993D-974E8F688190}" dt="2026-04-17T00:08:18.076" v="3774" actId="1076"/>
          <ac:picMkLst>
            <pc:docMk/>
            <pc:sldMk cId="2089628848" sldId="256"/>
            <ac:picMk id="1043" creationId="{E7168CA6-C722-E1A1-B897-D87E75483038}"/>
          </ac:picMkLst>
        </pc:picChg>
        <pc:picChg chg="add mod topLvl">
          <ac:chgData name="MARK CARROLL - STUDENT" userId="2683ae01-37bf-4e8e-a58e-1633328f5c4d" providerId="ADAL" clId="{3DFB9136-37F0-4DB0-993D-974E8F688190}" dt="2026-04-17T00:05:12.582" v="3748" actId="1076"/>
          <ac:picMkLst>
            <pc:docMk/>
            <pc:sldMk cId="2089628848" sldId="256"/>
            <ac:picMk id="1044" creationId="{E2A46EBB-1537-6167-F1A5-9D3FBA060082}"/>
          </ac:picMkLst>
        </pc:picChg>
        <pc:picChg chg="add mod">
          <ac:chgData name="MARK CARROLL - STUDENT" userId="2683ae01-37bf-4e8e-a58e-1633328f5c4d" providerId="ADAL" clId="{3DFB9136-37F0-4DB0-993D-974E8F688190}" dt="2026-04-16T23:55:32.923" v="3598" actId="1076"/>
          <ac:picMkLst>
            <pc:docMk/>
            <pc:sldMk cId="2089628848" sldId="256"/>
            <ac:picMk id="1047" creationId="{9F048B96-0730-648A-CD79-65AE42C038CE}"/>
          </ac:picMkLst>
        </pc:picChg>
        <pc:picChg chg="add mod topLvl">
          <ac:chgData name="MARK CARROLL - STUDENT" userId="2683ae01-37bf-4e8e-a58e-1633328f5c4d" providerId="ADAL" clId="{3DFB9136-37F0-4DB0-993D-974E8F688190}" dt="2026-04-17T00:05:12.582" v="3748" actId="1076"/>
          <ac:picMkLst>
            <pc:docMk/>
            <pc:sldMk cId="2089628848" sldId="256"/>
            <ac:picMk id="1048" creationId="{F03D8E28-C3AD-8E7B-9795-FA2DA04BF43F}"/>
          </ac:picMkLst>
        </pc:picChg>
        <pc:picChg chg="add mod topLvl">
          <ac:chgData name="MARK CARROLL - STUDENT" userId="2683ae01-37bf-4e8e-a58e-1633328f5c4d" providerId="ADAL" clId="{3DFB9136-37F0-4DB0-993D-974E8F688190}" dt="2026-04-16T23:58:17.716" v="3618" actId="14100"/>
          <ac:picMkLst>
            <pc:docMk/>
            <pc:sldMk cId="2089628848" sldId="256"/>
            <ac:picMk id="1050" creationId="{41A093C7-FE89-F3C7-8EF2-B81E6AB115FE}"/>
          </ac:picMkLst>
        </pc:picChg>
        <pc:picChg chg="add mod">
          <ac:chgData name="MARK CARROLL - STUDENT" userId="2683ae01-37bf-4e8e-a58e-1633328f5c4d" providerId="ADAL" clId="{3DFB9136-37F0-4DB0-993D-974E8F688190}" dt="2026-04-17T00:06:05.850" v="3757" actId="1076"/>
          <ac:picMkLst>
            <pc:docMk/>
            <pc:sldMk cId="2089628848" sldId="256"/>
            <ac:picMk id="1051" creationId="{19DD9AA6-4FAC-21D7-E728-86724059126C}"/>
          </ac:picMkLst>
        </pc:picChg>
        <pc:picChg chg="add mod">
          <ac:chgData name="MARK CARROLL - STUDENT" userId="2683ae01-37bf-4e8e-a58e-1633328f5c4d" providerId="ADAL" clId="{3DFB9136-37F0-4DB0-993D-974E8F688190}" dt="2026-04-06T17:16:16.924" v="1412" actId="164"/>
          <ac:picMkLst>
            <pc:docMk/>
            <pc:sldMk cId="2089628848" sldId="256"/>
            <ac:picMk id="1052" creationId="{D3C2A08C-D50B-A8D9-4A95-F6F7A8095020}"/>
          </ac:picMkLst>
        </pc:picChg>
        <pc:cxnChg chg="mod">
          <ac:chgData name="MARK CARROLL - STUDENT" userId="2683ae01-37bf-4e8e-a58e-1633328f5c4d" providerId="ADAL" clId="{3DFB9136-37F0-4DB0-993D-974E8F688190}" dt="2026-04-06T15:05:46.173" v="190" actId="1076"/>
          <ac:cxnSpMkLst>
            <pc:docMk/>
            <pc:sldMk cId="2089628848" sldId="256"/>
            <ac:cxnSpMk id="51" creationId="{163BE0B7-0C96-FC31-6F29-1ACAB11E52FC}"/>
          </ac:cxnSpMkLst>
        </pc:cxnChg>
        <pc:cxnChg chg="mod">
          <ac:chgData name="MARK CARROLL - STUDENT" userId="2683ae01-37bf-4e8e-a58e-1633328f5c4d" providerId="ADAL" clId="{3DFB9136-37F0-4DB0-993D-974E8F688190}" dt="2026-04-14T14:54:50.622" v="3500" actId="14100"/>
          <ac:cxnSpMkLst>
            <pc:docMk/>
            <pc:sldMk cId="2089628848" sldId="256"/>
            <ac:cxnSpMk id="52" creationId="{E34E4107-43C2-9D7B-BE9C-7F319E155F05}"/>
          </ac:cxnSpMkLst>
        </pc:cxnChg>
        <pc:cxnChg chg="mod ord">
          <ac:chgData name="MARK CARROLL - STUDENT" userId="2683ae01-37bf-4e8e-a58e-1633328f5c4d" providerId="ADAL" clId="{3DFB9136-37F0-4DB0-993D-974E8F688190}" dt="2026-04-14T14:54:50.894" v="3501" actId="14100"/>
          <ac:cxnSpMkLst>
            <pc:docMk/>
            <pc:sldMk cId="2089628848" sldId="256"/>
            <ac:cxnSpMk id="57" creationId="{6001FE14-25E3-E961-3780-4FD54D75B20B}"/>
          </ac:cxnSpMkLst>
        </pc:cxnChg>
        <pc:cxnChg chg="ord">
          <ac:chgData name="MARK CARROLL - STUDENT" userId="2683ae01-37bf-4e8e-a58e-1633328f5c4d" providerId="ADAL" clId="{3DFB9136-37F0-4DB0-993D-974E8F688190}" dt="2026-04-14T14:52:00.578" v="3495" actId="166"/>
          <ac:cxnSpMkLst>
            <pc:docMk/>
            <pc:sldMk cId="2089628848" sldId="256"/>
            <ac:cxnSpMk id="61" creationId="{FE3BA701-301E-49EC-EA70-60C3FF98F2E8}"/>
          </ac:cxnSpMkLst>
        </pc:cxnChg>
        <pc:cxnChg chg="mod">
          <ac:chgData name="MARK CARROLL - STUDENT" userId="2683ae01-37bf-4e8e-a58e-1633328f5c4d" providerId="ADAL" clId="{3DFB9136-37F0-4DB0-993D-974E8F688190}" dt="2026-04-14T14:41:09.254" v="3415" actId="1076"/>
          <ac:cxnSpMkLst>
            <pc:docMk/>
            <pc:sldMk cId="2089628848" sldId="256"/>
            <ac:cxnSpMk id="66" creationId="{CD1771BC-4987-0866-DC86-6C0E0E56A9D1}"/>
          </ac:cxnSpMkLst>
        </pc:cxnChg>
        <pc:cxnChg chg="mod">
          <ac:chgData name="MARK CARROLL - STUDENT" userId="2683ae01-37bf-4e8e-a58e-1633328f5c4d" providerId="ADAL" clId="{3DFB9136-37F0-4DB0-993D-974E8F688190}" dt="2026-04-14T14:55:36.601" v="3505" actId="1076"/>
          <ac:cxnSpMkLst>
            <pc:docMk/>
            <pc:sldMk cId="2089628848" sldId="256"/>
            <ac:cxnSpMk id="80" creationId="{97D48EA6-B268-847E-84FB-7AF48C4DA101}"/>
          </ac:cxnSpMkLst>
        </pc:cxnChg>
        <pc:cxnChg chg="mod">
          <ac:chgData name="MARK CARROLL - STUDENT" userId="2683ae01-37bf-4e8e-a58e-1633328f5c4d" providerId="ADAL" clId="{3DFB9136-37F0-4DB0-993D-974E8F688190}" dt="2026-04-14T14:43:30.341" v="3427" actId="1076"/>
          <ac:cxnSpMkLst>
            <pc:docMk/>
            <pc:sldMk cId="2089628848" sldId="256"/>
            <ac:cxnSpMk id="1110" creationId="{BB2200D3-FE4A-BBFF-12B8-8044151057AD}"/>
          </ac:cxnSpMkLst>
        </pc:cxnChg>
        <pc:cxnChg chg="mod">
          <ac:chgData name="MARK CARROLL - STUDENT" userId="2683ae01-37bf-4e8e-a58e-1633328f5c4d" providerId="ADAL" clId="{3DFB9136-37F0-4DB0-993D-974E8F688190}" dt="2026-04-14T15:05:13.762" v="3535" actId="14100"/>
          <ac:cxnSpMkLst>
            <pc:docMk/>
            <pc:sldMk cId="2089628848" sldId="256"/>
            <ac:cxnSpMk id="1112" creationId="{D71E038B-7AC9-6C8B-4B5F-2C443078F2DE}"/>
          </ac:cxnSpMkLst>
        </pc:cxnChg>
        <pc:cxnChg chg="mod">
          <ac:chgData name="MARK CARROLL - STUDENT" userId="2683ae01-37bf-4e8e-a58e-1633328f5c4d" providerId="ADAL" clId="{3DFB9136-37F0-4DB0-993D-974E8F688190}" dt="2026-04-14T14:55:41.757" v="3506" actId="14100"/>
          <ac:cxnSpMkLst>
            <pc:docMk/>
            <pc:sldMk cId="2089628848" sldId="256"/>
            <ac:cxnSpMk id="1144" creationId="{31E06418-7CD0-8864-90B1-C8AF5B3AE3D9}"/>
          </ac:cxnSpMkLst>
        </pc:cxnChg>
        <pc:cxnChg chg="mod ord">
          <ac:chgData name="MARK CARROLL - STUDENT" userId="2683ae01-37bf-4e8e-a58e-1633328f5c4d" providerId="ADAL" clId="{3DFB9136-37F0-4DB0-993D-974E8F688190}" dt="2026-04-14T14:56:01.521" v="3508" actId="14100"/>
          <ac:cxnSpMkLst>
            <pc:docMk/>
            <pc:sldMk cId="2089628848" sldId="256"/>
            <ac:cxnSpMk id="1146" creationId="{8CC43317-8260-8545-E9D2-2FB7CAFA1595}"/>
          </ac:cxnSpMkLst>
        </pc:cxnChg>
      </pc:sldChg>
    </pc:docChg>
  </pc:docChgLst>
  <pc:docChgLst>
    <pc:chgData name="MARK CARROLL - STUDENT" userId="2683ae01-37bf-4e8e-a58e-1633328f5c4d" providerId="ADAL" clId="{1C3D14C8-5DB8-4988-89AD-A39F793F7C40}"/>
    <pc:docChg chg="undo redo custSel modSld">
      <pc:chgData name="MARK CARROLL - STUDENT" userId="2683ae01-37bf-4e8e-a58e-1633328f5c4d" providerId="ADAL" clId="{1C3D14C8-5DB8-4988-89AD-A39F793F7C40}" dt="2026-04-14T10:42:58.353" v="851" actId="1076"/>
      <pc:docMkLst>
        <pc:docMk/>
      </pc:docMkLst>
      <pc:sldChg chg="addSp delSp modSp mod">
        <pc:chgData name="MARK CARROLL - STUDENT" userId="2683ae01-37bf-4e8e-a58e-1633328f5c4d" providerId="ADAL" clId="{1C3D14C8-5DB8-4988-89AD-A39F793F7C40}" dt="2026-04-14T10:42:58.353" v="851" actId="1076"/>
        <pc:sldMkLst>
          <pc:docMk/>
          <pc:sldMk cId="2089628848" sldId="256"/>
        </pc:sldMkLst>
        <pc:spChg chg="mod topLvl">
          <ac:chgData name="MARK CARROLL - STUDENT" userId="2683ae01-37bf-4e8e-a58e-1633328f5c4d" providerId="ADAL" clId="{1C3D14C8-5DB8-4988-89AD-A39F793F7C40}" dt="2026-04-14T09:23:14.751" v="173" actId="165"/>
          <ac:spMkLst>
            <pc:docMk/>
            <pc:sldMk cId="2089628848" sldId="256"/>
            <ac:spMk id="4" creationId="{D751B4F1-915E-7139-CD09-90DE5F8AA5EE}"/>
          </ac:spMkLst>
        </pc:spChg>
        <pc:spChg chg="mod">
          <ac:chgData name="MARK CARROLL - STUDENT" userId="2683ae01-37bf-4e8e-a58e-1633328f5c4d" providerId="ADAL" clId="{1C3D14C8-5DB8-4988-89AD-A39F793F7C40}" dt="2026-04-14T10:42:50.487" v="850" actId="14100"/>
          <ac:spMkLst>
            <pc:docMk/>
            <pc:sldMk cId="2089628848" sldId="256"/>
            <ac:spMk id="5" creationId="{76B56BE5-3142-9AE1-10ED-E1C0B8A65DCC}"/>
          </ac:spMkLst>
        </pc:spChg>
        <pc:spChg chg="mod topLvl">
          <ac:chgData name="MARK CARROLL - STUDENT" userId="2683ae01-37bf-4e8e-a58e-1633328f5c4d" providerId="ADAL" clId="{1C3D14C8-5DB8-4988-89AD-A39F793F7C40}" dt="2026-04-14T09:23:14.751" v="173" actId="165"/>
          <ac:spMkLst>
            <pc:docMk/>
            <pc:sldMk cId="2089628848" sldId="256"/>
            <ac:spMk id="6" creationId="{21367855-829E-8595-CBB9-0F6BAF73152B}"/>
          </ac:spMkLst>
        </pc:spChg>
        <pc:spChg chg="mod topLvl">
          <ac:chgData name="MARK CARROLL - STUDENT" userId="2683ae01-37bf-4e8e-a58e-1633328f5c4d" providerId="ADAL" clId="{1C3D14C8-5DB8-4988-89AD-A39F793F7C40}" dt="2026-04-14T09:32:44.464" v="209" actId="1076"/>
          <ac:spMkLst>
            <pc:docMk/>
            <pc:sldMk cId="2089628848" sldId="256"/>
            <ac:spMk id="11" creationId="{E71A3519-7AD5-B5F8-66DF-E65BF9EB449B}"/>
          </ac:spMkLst>
        </pc:spChg>
        <pc:spChg chg="add mod">
          <ac:chgData name="MARK CARROLL - STUDENT" userId="2683ae01-37bf-4e8e-a58e-1633328f5c4d" providerId="ADAL" clId="{1C3D14C8-5DB8-4988-89AD-A39F793F7C40}" dt="2026-04-14T09:19:27.523" v="38" actId="1076"/>
          <ac:spMkLst>
            <pc:docMk/>
            <pc:sldMk cId="2089628848" sldId="256"/>
            <ac:spMk id="15" creationId="{DFCEA200-4386-9DD2-61D8-2F412CF628E0}"/>
          </ac:spMkLst>
        </pc:spChg>
        <pc:spChg chg="mod">
          <ac:chgData name="MARK CARROLL - STUDENT" userId="2683ae01-37bf-4e8e-a58e-1633328f5c4d" providerId="ADAL" clId="{1C3D14C8-5DB8-4988-89AD-A39F793F7C40}" dt="2026-04-14T09:23:14.751" v="173" actId="165"/>
          <ac:spMkLst>
            <pc:docMk/>
            <pc:sldMk cId="2089628848" sldId="256"/>
            <ac:spMk id="20" creationId="{AA04D4F6-58A0-EDC2-6150-95C9AC2535A8}"/>
          </ac:spMkLst>
        </pc:spChg>
        <pc:spChg chg="mod">
          <ac:chgData name="MARK CARROLL - STUDENT" userId="2683ae01-37bf-4e8e-a58e-1633328f5c4d" providerId="ADAL" clId="{1C3D14C8-5DB8-4988-89AD-A39F793F7C40}" dt="2026-04-14T09:23:14.751" v="173" actId="165"/>
          <ac:spMkLst>
            <pc:docMk/>
            <pc:sldMk cId="2089628848" sldId="256"/>
            <ac:spMk id="22" creationId="{5EC54650-324A-E658-F1C2-71616EFF246F}"/>
          </ac:spMkLst>
        </pc:spChg>
        <pc:spChg chg="mod">
          <ac:chgData name="MARK CARROLL - STUDENT" userId="2683ae01-37bf-4e8e-a58e-1633328f5c4d" providerId="ADAL" clId="{1C3D14C8-5DB8-4988-89AD-A39F793F7C40}" dt="2026-04-14T09:23:14.751" v="173" actId="165"/>
          <ac:spMkLst>
            <pc:docMk/>
            <pc:sldMk cId="2089628848" sldId="256"/>
            <ac:spMk id="28" creationId="{7C0968A4-3844-13B2-3516-D8686EAAC812}"/>
          </ac:spMkLst>
        </pc:spChg>
        <pc:spChg chg="mod">
          <ac:chgData name="MARK CARROLL - STUDENT" userId="2683ae01-37bf-4e8e-a58e-1633328f5c4d" providerId="ADAL" clId="{1C3D14C8-5DB8-4988-89AD-A39F793F7C40}" dt="2026-04-14T10:42:58.353" v="851" actId="1076"/>
          <ac:spMkLst>
            <pc:docMk/>
            <pc:sldMk cId="2089628848" sldId="256"/>
            <ac:spMk id="38" creationId="{89FFBF5E-868F-9A2D-C460-22F59CB67AF2}"/>
          </ac:spMkLst>
        </pc:spChg>
        <pc:spChg chg="mod topLvl">
          <ac:chgData name="MARK CARROLL - STUDENT" userId="2683ae01-37bf-4e8e-a58e-1633328f5c4d" providerId="ADAL" clId="{1C3D14C8-5DB8-4988-89AD-A39F793F7C40}" dt="2026-04-14T09:53:19.561" v="486" actId="14100"/>
          <ac:spMkLst>
            <pc:docMk/>
            <pc:sldMk cId="2089628848" sldId="256"/>
            <ac:spMk id="39" creationId="{C6FE353F-E8BB-03DB-8FE9-9D84C90A24B2}"/>
          </ac:spMkLst>
        </pc:spChg>
        <pc:spChg chg="mod topLvl">
          <ac:chgData name="MARK CARROLL - STUDENT" userId="2683ae01-37bf-4e8e-a58e-1633328f5c4d" providerId="ADAL" clId="{1C3D14C8-5DB8-4988-89AD-A39F793F7C40}" dt="2026-04-14T09:53:13.496" v="485" actId="1076"/>
          <ac:spMkLst>
            <pc:docMk/>
            <pc:sldMk cId="2089628848" sldId="256"/>
            <ac:spMk id="40" creationId="{85CDD55A-39A7-F95E-9254-E9AC61EE0F51}"/>
          </ac:spMkLst>
        </pc:spChg>
        <pc:spChg chg="add mod">
          <ac:chgData name="MARK CARROLL - STUDENT" userId="2683ae01-37bf-4e8e-a58e-1633328f5c4d" providerId="ADAL" clId="{1C3D14C8-5DB8-4988-89AD-A39F793F7C40}" dt="2026-04-14T09:47:31.195" v="460" actId="1076"/>
          <ac:spMkLst>
            <pc:docMk/>
            <pc:sldMk cId="2089628848" sldId="256"/>
            <ac:spMk id="50" creationId="{6EA94A6A-ACCB-3FD5-F9E2-DBC8129F97F5}"/>
          </ac:spMkLst>
        </pc:spChg>
        <pc:spChg chg="mod">
          <ac:chgData name="MARK CARROLL - STUDENT" userId="2683ae01-37bf-4e8e-a58e-1633328f5c4d" providerId="ADAL" clId="{1C3D14C8-5DB8-4988-89AD-A39F793F7C40}" dt="2026-04-14T09:28:40.312" v="186" actId="14100"/>
          <ac:spMkLst>
            <pc:docMk/>
            <pc:sldMk cId="2089628848" sldId="256"/>
            <ac:spMk id="54" creationId="{91129143-D100-78FC-F35C-1575F02E48E3}"/>
          </ac:spMkLst>
        </pc:spChg>
        <pc:spChg chg="mod topLvl">
          <ac:chgData name="MARK CARROLL - STUDENT" userId="2683ae01-37bf-4e8e-a58e-1633328f5c4d" providerId="ADAL" clId="{1C3D14C8-5DB8-4988-89AD-A39F793F7C40}" dt="2026-04-14T09:23:14.751" v="173" actId="165"/>
          <ac:spMkLst>
            <pc:docMk/>
            <pc:sldMk cId="2089628848" sldId="256"/>
            <ac:spMk id="62" creationId="{E89B59F7-C8B7-5F88-3179-4CF96AFDDC0F}"/>
          </ac:spMkLst>
        </pc:spChg>
        <pc:spChg chg="mod topLvl">
          <ac:chgData name="MARK CARROLL - STUDENT" userId="2683ae01-37bf-4e8e-a58e-1633328f5c4d" providerId="ADAL" clId="{1C3D14C8-5DB8-4988-89AD-A39F793F7C40}" dt="2026-04-14T09:23:14.751" v="173" actId="165"/>
          <ac:spMkLst>
            <pc:docMk/>
            <pc:sldMk cId="2089628848" sldId="256"/>
            <ac:spMk id="63" creationId="{9916FF6C-4700-EA56-D1FA-F758D0817C99}"/>
          </ac:spMkLst>
        </pc:spChg>
        <pc:spChg chg="mod">
          <ac:chgData name="MARK CARROLL - STUDENT" userId="2683ae01-37bf-4e8e-a58e-1633328f5c4d" providerId="ADAL" clId="{1C3D14C8-5DB8-4988-89AD-A39F793F7C40}" dt="2026-04-14T10:24:43.231" v="814" actId="1076"/>
          <ac:spMkLst>
            <pc:docMk/>
            <pc:sldMk cId="2089628848" sldId="256"/>
            <ac:spMk id="67" creationId="{EAF7BAC5-A375-AC69-677D-F0AABEB61C0D}"/>
          </ac:spMkLst>
        </pc:spChg>
        <pc:spChg chg="add del mod">
          <ac:chgData name="MARK CARROLL - STUDENT" userId="2683ae01-37bf-4e8e-a58e-1633328f5c4d" providerId="ADAL" clId="{1C3D14C8-5DB8-4988-89AD-A39F793F7C40}" dt="2026-04-14T10:27:11.256" v="834" actId="1076"/>
          <ac:spMkLst>
            <pc:docMk/>
            <pc:sldMk cId="2089628848" sldId="256"/>
            <ac:spMk id="79" creationId="{0CADF10F-E496-4FD1-BFF9-FEFC1688CA73}"/>
          </ac:spMkLst>
        </pc:spChg>
        <pc:spChg chg="mod">
          <ac:chgData name="MARK CARROLL - STUDENT" userId="2683ae01-37bf-4e8e-a58e-1633328f5c4d" providerId="ADAL" clId="{1C3D14C8-5DB8-4988-89AD-A39F793F7C40}" dt="2026-04-14T10:23:06.130" v="802" actId="14100"/>
          <ac:spMkLst>
            <pc:docMk/>
            <pc:sldMk cId="2089628848" sldId="256"/>
            <ac:spMk id="88" creationId="{2C969152-5C49-76B8-3266-90F606447E15}"/>
          </ac:spMkLst>
        </pc:spChg>
        <pc:spChg chg="mod">
          <ac:chgData name="MARK CARROLL - STUDENT" userId="2683ae01-37bf-4e8e-a58e-1633328f5c4d" providerId="ADAL" clId="{1C3D14C8-5DB8-4988-89AD-A39F793F7C40}" dt="2026-04-14T10:22:32.381" v="798" actId="1076"/>
          <ac:spMkLst>
            <pc:docMk/>
            <pc:sldMk cId="2089628848" sldId="256"/>
            <ac:spMk id="89" creationId="{325D126F-C93D-9DBE-A093-928E4612F691}"/>
          </ac:spMkLst>
        </pc:spChg>
        <pc:spChg chg="mod">
          <ac:chgData name="MARK CARROLL - STUDENT" userId="2683ae01-37bf-4e8e-a58e-1633328f5c4d" providerId="ADAL" clId="{1C3D14C8-5DB8-4988-89AD-A39F793F7C40}" dt="2026-04-14T10:23:27.694" v="803" actId="1076"/>
          <ac:spMkLst>
            <pc:docMk/>
            <pc:sldMk cId="2089628848" sldId="256"/>
            <ac:spMk id="92" creationId="{CD538C77-FC2F-35D8-C56B-C8A168B63FA3}"/>
          </ac:spMkLst>
        </pc:spChg>
        <pc:spChg chg="mod">
          <ac:chgData name="MARK CARROLL - STUDENT" userId="2683ae01-37bf-4e8e-a58e-1633328f5c4d" providerId="ADAL" clId="{1C3D14C8-5DB8-4988-89AD-A39F793F7C40}" dt="2026-04-14T10:23:27.694" v="803" actId="1076"/>
          <ac:spMkLst>
            <pc:docMk/>
            <pc:sldMk cId="2089628848" sldId="256"/>
            <ac:spMk id="93" creationId="{27910F65-2F04-D137-ED49-3D11E95A2760}"/>
          </ac:spMkLst>
        </pc:spChg>
        <pc:spChg chg="mod ord">
          <ac:chgData name="MARK CARROLL - STUDENT" userId="2683ae01-37bf-4e8e-a58e-1633328f5c4d" providerId="ADAL" clId="{1C3D14C8-5DB8-4988-89AD-A39F793F7C40}" dt="2026-04-14T10:23:27.694" v="803" actId="1076"/>
          <ac:spMkLst>
            <pc:docMk/>
            <pc:sldMk cId="2089628848" sldId="256"/>
            <ac:spMk id="97" creationId="{B91DE3C9-6969-279B-5D16-EB0632882316}"/>
          </ac:spMkLst>
        </pc:spChg>
        <pc:spChg chg="mod">
          <ac:chgData name="MARK CARROLL - STUDENT" userId="2683ae01-37bf-4e8e-a58e-1633328f5c4d" providerId="ADAL" clId="{1C3D14C8-5DB8-4988-89AD-A39F793F7C40}" dt="2026-04-14T10:15:00.295" v="675" actId="1076"/>
          <ac:spMkLst>
            <pc:docMk/>
            <pc:sldMk cId="2089628848" sldId="256"/>
            <ac:spMk id="116" creationId="{D127084E-3DFF-03C3-BBD2-DD012AB890BF}"/>
          </ac:spMkLst>
        </pc:spChg>
        <pc:spChg chg="add mod">
          <ac:chgData name="MARK CARROLL - STUDENT" userId="2683ae01-37bf-4e8e-a58e-1633328f5c4d" providerId="ADAL" clId="{1C3D14C8-5DB8-4988-89AD-A39F793F7C40}" dt="2026-04-14T10:26:31.505" v="829" actId="1076"/>
          <ac:spMkLst>
            <pc:docMk/>
            <pc:sldMk cId="2089628848" sldId="256"/>
            <ac:spMk id="1109" creationId="{C1465487-148F-F8BB-4279-BD2F59534BAC}"/>
          </ac:spMkLst>
        </pc:spChg>
        <pc:spChg chg="add mod">
          <ac:chgData name="MARK CARROLL - STUDENT" userId="2683ae01-37bf-4e8e-a58e-1633328f5c4d" providerId="ADAL" clId="{1C3D14C8-5DB8-4988-89AD-A39F793F7C40}" dt="2026-04-14T10:27:00.776" v="832" actId="1076"/>
          <ac:spMkLst>
            <pc:docMk/>
            <pc:sldMk cId="2089628848" sldId="256"/>
            <ac:spMk id="1131" creationId="{FAF8E3A0-22E7-5045-4D0D-8244ED84DC95}"/>
          </ac:spMkLst>
        </pc:spChg>
        <pc:spChg chg="add mod ord">
          <ac:chgData name="MARK CARROLL - STUDENT" userId="2683ae01-37bf-4e8e-a58e-1633328f5c4d" providerId="ADAL" clId="{1C3D14C8-5DB8-4988-89AD-A39F793F7C40}" dt="2026-04-14T10:23:27.694" v="803" actId="1076"/>
          <ac:spMkLst>
            <pc:docMk/>
            <pc:sldMk cId="2089628848" sldId="256"/>
            <ac:spMk id="1132" creationId="{9AE421D8-5B3E-1744-A921-EFD116510972}"/>
          </ac:spMkLst>
        </pc:spChg>
        <pc:grpChg chg="mod">
          <ac:chgData name="MARK CARROLL - STUDENT" userId="2683ae01-37bf-4e8e-a58e-1633328f5c4d" providerId="ADAL" clId="{1C3D14C8-5DB8-4988-89AD-A39F793F7C40}" dt="2026-04-14T09:52:25.168" v="481" actId="14100"/>
          <ac:grpSpMkLst>
            <pc:docMk/>
            <pc:sldMk cId="2089628848" sldId="256"/>
            <ac:grpSpMk id="16" creationId="{42CD4D4D-13EE-FEE1-ED5F-DDEE615814D2}"/>
          </ac:grpSpMkLst>
        </pc:grpChg>
        <pc:picChg chg="mod">
          <ac:chgData name="MARK CARROLL - STUDENT" userId="2683ae01-37bf-4e8e-a58e-1633328f5c4d" providerId="ADAL" clId="{1C3D14C8-5DB8-4988-89AD-A39F793F7C40}" dt="2026-04-14T09:32:36.291" v="208" actId="1076"/>
          <ac:picMkLst>
            <pc:docMk/>
            <pc:sldMk cId="2089628848" sldId="256"/>
            <ac:picMk id="10" creationId="{B27EB128-5BB7-34A1-F68F-D9A5370FEEC2}"/>
          </ac:picMkLst>
        </pc:picChg>
        <pc:picChg chg="add mod">
          <ac:chgData name="MARK CARROLL - STUDENT" userId="2683ae01-37bf-4e8e-a58e-1633328f5c4d" providerId="ADAL" clId="{1C3D14C8-5DB8-4988-89AD-A39F793F7C40}" dt="2026-04-14T09:32:36.291" v="208" actId="1076"/>
          <ac:picMkLst>
            <pc:docMk/>
            <pc:sldMk cId="2089628848" sldId="256"/>
            <ac:picMk id="48" creationId="{6E4DB3AF-7914-1BD7-C0C3-83A5C019106E}"/>
          </ac:picMkLst>
        </pc:picChg>
        <pc:picChg chg="add mod">
          <ac:chgData name="MARK CARROLL - STUDENT" userId="2683ae01-37bf-4e8e-a58e-1633328f5c4d" providerId="ADAL" clId="{1C3D14C8-5DB8-4988-89AD-A39F793F7C40}" dt="2026-04-14T10:42:58.353" v="851" actId="1076"/>
          <ac:picMkLst>
            <pc:docMk/>
            <pc:sldMk cId="2089628848" sldId="256"/>
            <ac:picMk id="49" creationId="{942E1B1B-DB42-A2CF-395B-D48FDACE2CFC}"/>
          </ac:picMkLst>
        </pc:picChg>
        <pc:picChg chg="add mod">
          <ac:chgData name="MARK CARROLL - STUDENT" userId="2683ae01-37bf-4e8e-a58e-1633328f5c4d" providerId="ADAL" clId="{1C3D14C8-5DB8-4988-89AD-A39F793F7C40}" dt="2026-04-14T10:41:14.728" v="840" actId="1076"/>
          <ac:picMkLst>
            <pc:docMk/>
            <pc:sldMk cId="2089628848" sldId="256"/>
            <ac:picMk id="78" creationId="{6F19F76C-848A-823B-24A9-63C0F1FE2108}"/>
          </ac:picMkLst>
        </pc:picChg>
        <pc:cxnChg chg="mod">
          <ac:chgData name="MARK CARROLL - STUDENT" userId="2683ae01-37bf-4e8e-a58e-1633328f5c4d" providerId="ADAL" clId="{1C3D14C8-5DB8-4988-89AD-A39F793F7C40}" dt="2026-04-14T10:23:27.694" v="803" actId="1076"/>
          <ac:cxnSpMkLst>
            <pc:docMk/>
            <pc:sldMk cId="2089628848" sldId="256"/>
            <ac:cxnSpMk id="66" creationId="{CD1771BC-4987-0866-DC86-6C0E0E56A9D1}"/>
          </ac:cxnSpMkLst>
        </pc:cxnChg>
        <pc:cxnChg chg="add del mod">
          <ac:chgData name="MARK CARROLL - STUDENT" userId="2683ae01-37bf-4e8e-a58e-1633328f5c4d" providerId="ADAL" clId="{1C3D14C8-5DB8-4988-89AD-A39F793F7C40}" dt="2026-04-14T10:27:20.513" v="835" actId="1076"/>
          <ac:cxnSpMkLst>
            <pc:docMk/>
            <pc:sldMk cId="2089628848" sldId="256"/>
            <ac:cxnSpMk id="80" creationId="{97D48EA6-B268-847E-84FB-7AF48C4DA101}"/>
          </ac:cxnSpMkLst>
        </pc:cxnChg>
        <pc:cxnChg chg="add mod">
          <ac:chgData name="MARK CARROLL - STUDENT" userId="2683ae01-37bf-4e8e-a58e-1633328f5c4d" providerId="ADAL" clId="{1C3D14C8-5DB8-4988-89AD-A39F793F7C40}" dt="2026-04-14T10:26:48.400" v="830" actId="1076"/>
          <ac:cxnSpMkLst>
            <pc:docMk/>
            <pc:sldMk cId="2089628848" sldId="256"/>
            <ac:cxnSpMk id="1110" creationId="{BB2200D3-FE4A-BBFF-12B8-8044151057AD}"/>
          </ac:cxnSpMkLst>
        </pc:cxnChg>
        <pc:cxnChg chg="add mod">
          <ac:chgData name="MARK CARROLL - STUDENT" userId="2683ae01-37bf-4e8e-a58e-1633328f5c4d" providerId="ADAL" clId="{1C3D14C8-5DB8-4988-89AD-A39F793F7C40}" dt="2026-04-14T10:26:53.999" v="831" actId="14100"/>
          <ac:cxnSpMkLst>
            <pc:docMk/>
            <pc:sldMk cId="2089628848" sldId="256"/>
            <ac:cxnSpMk id="1112" creationId="{D71E038B-7AC9-6C8B-4B5F-2C443078F2DE}"/>
          </ac:cxnSpMkLst>
        </pc:cxnChg>
        <pc:cxnChg chg="add mod">
          <ac:chgData name="MARK CARROLL - STUDENT" userId="2683ae01-37bf-4e8e-a58e-1633328f5c4d" providerId="ADAL" clId="{1C3D14C8-5DB8-4988-89AD-A39F793F7C40}" dt="2026-04-14T10:41:58.607" v="844" actId="693"/>
          <ac:cxnSpMkLst>
            <pc:docMk/>
            <pc:sldMk cId="2089628848" sldId="256"/>
            <ac:cxnSpMk id="1144" creationId="{31E06418-7CD0-8864-90B1-C8AF5B3AE3D9}"/>
          </ac:cxnSpMkLst>
        </pc:cxnChg>
        <pc:cxnChg chg="add mod">
          <ac:chgData name="MARK CARROLL - STUDENT" userId="2683ae01-37bf-4e8e-a58e-1633328f5c4d" providerId="ADAL" clId="{1C3D14C8-5DB8-4988-89AD-A39F793F7C40}" dt="2026-04-14T10:42:18.333" v="848" actId="14100"/>
          <ac:cxnSpMkLst>
            <pc:docMk/>
            <pc:sldMk cId="2089628848" sldId="256"/>
            <ac:cxnSpMk id="1146" creationId="{8CC43317-8260-8545-E9D2-2FB7CAFA159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3F5A4-3FDD-4EEA-A639-BC0BB9E61457}" type="datetimeFigureOut">
              <a:rPr lang="en-GB" smtClean="0"/>
              <a:t>24/04/2026</a:t>
            </a:fld>
            <a:endParaRPr lang="en-GB"/>
          </a:p>
        </p:txBody>
      </p:sp>
      <p:sp>
        <p:nvSpPr>
          <p:cNvPr id="4" name="Slide Image Placeholder 3"/>
          <p:cNvSpPr>
            <a:spLocks noGrp="1" noRot="1" noChangeAspect="1"/>
          </p:cNvSpPr>
          <p:nvPr>
            <p:ph type="sldImg" idx="2"/>
          </p:nvPr>
        </p:nvSpPr>
        <p:spPr>
          <a:xfrm>
            <a:off x="1244600" y="1143000"/>
            <a:ext cx="4368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531BC-8E83-4E98-B20E-474FA23861DF}" type="slidenum">
              <a:rPr lang="en-GB" smtClean="0"/>
              <a:t>‹#›</a:t>
            </a:fld>
            <a:endParaRPr lang="en-GB"/>
          </a:p>
        </p:txBody>
      </p:sp>
    </p:spTree>
    <p:extLst>
      <p:ext uri="{BB962C8B-B14F-4D97-AF65-F5344CB8AC3E}">
        <p14:creationId xmlns:p14="http://schemas.microsoft.com/office/powerpoint/2010/main" val="2414823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B8531BC-8E83-4E98-B20E-474FA23861DF}" type="slidenum">
              <a:rPr lang="en-GB" smtClean="0"/>
              <a:t>1</a:t>
            </a:fld>
            <a:endParaRPr lang="en-GB"/>
          </a:p>
        </p:txBody>
      </p:sp>
    </p:spTree>
    <p:extLst>
      <p:ext uri="{BB962C8B-B14F-4D97-AF65-F5344CB8AC3E}">
        <p14:creationId xmlns:p14="http://schemas.microsoft.com/office/powerpoint/2010/main" val="2272471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3499590"/>
            <a:ext cx="25733931" cy="7444669"/>
          </a:xfrm>
        </p:spPr>
        <p:txBody>
          <a:bodyPr anchor="b"/>
          <a:lstStyle>
            <a:lvl1pPr algn="ctr">
              <a:defRPr sz="18709"/>
            </a:lvl1pPr>
          </a:lstStyle>
          <a:p>
            <a:r>
              <a:rPr lang="en-US"/>
              <a:t>Click to edit Master title style</a:t>
            </a:r>
            <a:endParaRPr lang="en-US" dirty="0"/>
          </a:p>
        </p:txBody>
      </p:sp>
      <p:sp>
        <p:nvSpPr>
          <p:cNvPr id="3" name="Subtitle 2"/>
          <p:cNvSpPr>
            <a:spLocks noGrp="1"/>
          </p:cNvSpPr>
          <p:nvPr>
            <p:ph type="subTitle" idx="1"/>
          </p:nvPr>
        </p:nvSpPr>
        <p:spPr>
          <a:xfrm>
            <a:off x="3784402" y="11231355"/>
            <a:ext cx="22706410" cy="5162758"/>
          </a:xfrm>
        </p:spPr>
        <p:txBody>
          <a:bodyPr/>
          <a:lstStyle>
            <a:lvl1pPr marL="0" indent="0" algn="ctr">
              <a:buNone/>
              <a:defRPr sz="7483"/>
            </a:lvl1pPr>
            <a:lvl2pPr marL="1425595" indent="0" algn="ctr">
              <a:buNone/>
              <a:defRPr sz="6236"/>
            </a:lvl2pPr>
            <a:lvl3pPr marL="2851191" indent="0" algn="ctr">
              <a:buNone/>
              <a:defRPr sz="5613"/>
            </a:lvl3pPr>
            <a:lvl4pPr marL="4276786" indent="0" algn="ctr">
              <a:buNone/>
              <a:defRPr sz="4989"/>
            </a:lvl4pPr>
            <a:lvl5pPr marL="5702381" indent="0" algn="ctr">
              <a:buNone/>
              <a:defRPr sz="4989"/>
            </a:lvl5pPr>
            <a:lvl6pPr marL="7127977" indent="0" algn="ctr">
              <a:buNone/>
              <a:defRPr sz="4989"/>
            </a:lvl6pPr>
            <a:lvl7pPr marL="8553572" indent="0" algn="ctr">
              <a:buNone/>
              <a:defRPr sz="4989"/>
            </a:lvl7pPr>
            <a:lvl8pPr marL="9979167" indent="0" algn="ctr">
              <a:buNone/>
              <a:defRPr sz="4989"/>
            </a:lvl8pPr>
            <a:lvl9pPr marL="11404763" indent="0" algn="ctr">
              <a:buNone/>
              <a:defRPr sz="498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6A4CBF-77CF-4D8E-80E7-7578D3A82BED}"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3539911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6A4CBF-77CF-4D8E-80E7-7578D3A82BED}"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648420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5331063"/>
            <a:ext cx="26112371" cy="8894992"/>
          </a:xfrm>
        </p:spPr>
        <p:txBody>
          <a:bodyPr anchor="b"/>
          <a:lstStyle>
            <a:lvl1pPr>
              <a:defRPr sz="18709"/>
            </a:lvl1pPr>
          </a:lstStyle>
          <a:p>
            <a:r>
              <a:rPr lang="en-US"/>
              <a:t>Click to edit Master title style</a:t>
            </a:r>
            <a:endParaRPr lang="en-US" dirty="0"/>
          </a:p>
        </p:txBody>
      </p:sp>
      <p:sp>
        <p:nvSpPr>
          <p:cNvPr id="3" name="Text Placeholder 2"/>
          <p:cNvSpPr>
            <a:spLocks noGrp="1"/>
          </p:cNvSpPr>
          <p:nvPr>
            <p:ph type="body" idx="1"/>
          </p:nvPr>
        </p:nvSpPr>
        <p:spPr>
          <a:xfrm>
            <a:off x="2065654" y="14310205"/>
            <a:ext cx="26112371" cy="4677666"/>
          </a:xfrm>
        </p:spPr>
        <p:txBody>
          <a:bodyPr/>
          <a:lstStyle>
            <a:lvl1pPr marL="0" indent="0">
              <a:buNone/>
              <a:defRPr sz="7483">
                <a:solidFill>
                  <a:schemeClr val="tx1">
                    <a:tint val="82000"/>
                  </a:schemeClr>
                </a:solidFill>
              </a:defRPr>
            </a:lvl1pPr>
            <a:lvl2pPr marL="1425595" indent="0">
              <a:buNone/>
              <a:defRPr sz="6236">
                <a:solidFill>
                  <a:schemeClr val="tx1">
                    <a:tint val="82000"/>
                  </a:schemeClr>
                </a:solidFill>
              </a:defRPr>
            </a:lvl2pPr>
            <a:lvl3pPr marL="2851191" indent="0">
              <a:buNone/>
              <a:defRPr sz="5613">
                <a:solidFill>
                  <a:schemeClr val="tx1">
                    <a:tint val="82000"/>
                  </a:schemeClr>
                </a:solidFill>
              </a:defRPr>
            </a:lvl3pPr>
            <a:lvl4pPr marL="4276786" indent="0">
              <a:buNone/>
              <a:defRPr sz="4989">
                <a:solidFill>
                  <a:schemeClr val="tx1">
                    <a:tint val="82000"/>
                  </a:schemeClr>
                </a:solidFill>
              </a:defRPr>
            </a:lvl4pPr>
            <a:lvl5pPr marL="5702381" indent="0">
              <a:buNone/>
              <a:defRPr sz="4989">
                <a:solidFill>
                  <a:schemeClr val="tx1">
                    <a:tint val="82000"/>
                  </a:schemeClr>
                </a:solidFill>
              </a:defRPr>
            </a:lvl5pPr>
            <a:lvl6pPr marL="7127977" indent="0">
              <a:buNone/>
              <a:defRPr sz="4989">
                <a:solidFill>
                  <a:schemeClr val="tx1">
                    <a:tint val="82000"/>
                  </a:schemeClr>
                </a:solidFill>
              </a:defRPr>
            </a:lvl6pPr>
            <a:lvl7pPr marL="8553572" indent="0">
              <a:buNone/>
              <a:defRPr sz="4989">
                <a:solidFill>
                  <a:schemeClr val="tx1">
                    <a:tint val="82000"/>
                  </a:schemeClr>
                </a:solidFill>
              </a:defRPr>
            </a:lvl7pPr>
            <a:lvl8pPr marL="9979167" indent="0">
              <a:buNone/>
              <a:defRPr sz="4989">
                <a:solidFill>
                  <a:schemeClr val="tx1">
                    <a:tint val="82000"/>
                  </a:schemeClr>
                </a:solidFill>
              </a:defRPr>
            </a:lvl8pPr>
            <a:lvl9pPr marL="11404763" indent="0">
              <a:buNone/>
              <a:defRPr sz="4989">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6A4CBF-77CF-4D8E-80E7-7578D3A82BED}"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1962387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6A4CBF-77CF-4D8E-80E7-7578D3A82BED}" type="datetimeFigureOut">
              <a:rPr lang="en-GB" smtClean="0"/>
              <a:t>24/04/2026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186619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138485"/>
            <a:ext cx="26112371" cy="41331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5241960"/>
            <a:ext cx="12807832"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Click to edit Master text styles</a:t>
            </a:r>
          </a:p>
        </p:txBody>
      </p:sp>
      <p:sp>
        <p:nvSpPr>
          <p:cNvPr id="4" name="Content Placeholder 3"/>
          <p:cNvSpPr>
            <a:spLocks noGrp="1"/>
          </p:cNvSpPr>
          <p:nvPr>
            <p:ph sz="half" idx="2"/>
          </p:nvPr>
        </p:nvSpPr>
        <p:spPr>
          <a:xfrm>
            <a:off x="2085368" y="7810963"/>
            <a:ext cx="12807832"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5241960"/>
            <a:ext cx="12870909"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US"/>
              <a:t>Click to edit Master text styles</a:t>
            </a:r>
          </a:p>
        </p:txBody>
      </p:sp>
      <p:sp>
        <p:nvSpPr>
          <p:cNvPr id="6" name="Content Placeholder 5"/>
          <p:cNvSpPr>
            <a:spLocks noGrp="1"/>
          </p:cNvSpPr>
          <p:nvPr>
            <p:ph sz="quarter" idx="4"/>
          </p:nvPr>
        </p:nvSpPr>
        <p:spPr>
          <a:xfrm>
            <a:off x="15326828" y="7810963"/>
            <a:ext cx="12870909"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6A4CBF-77CF-4D8E-80E7-7578D3A82BED}" type="datetimeFigureOut">
              <a:rPr lang="en-GB" smtClean="0"/>
              <a:t>24/04/2026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3657870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6A4CBF-77CF-4D8E-80E7-7578D3A82BED}" type="datetimeFigureOut">
              <a:rPr lang="en-GB" smtClean="0"/>
              <a:t>24/04/2026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2862621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A4CBF-77CF-4D8E-80E7-7578D3A82BED}" type="datetimeFigureOut">
              <a:rPr lang="en-GB" smtClean="0"/>
              <a:t>24/04/2026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1813448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US"/>
              <a:t>Click to edit Master title style</a:t>
            </a:r>
            <a:endParaRPr lang="en-US" dirty="0"/>
          </a:p>
        </p:txBody>
      </p:sp>
      <p:sp>
        <p:nvSpPr>
          <p:cNvPr id="3" name="Content Placeholder 2"/>
          <p:cNvSpPr>
            <a:spLocks noGrp="1"/>
          </p:cNvSpPr>
          <p:nvPr>
            <p:ph idx="1"/>
          </p:nvPr>
        </p:nvSpPr>
        <p:spPr>
          <a:xfrm>
            <a:off x="12870909" y="3078850"/>
            <a:ext cx="15326827" cy="15196234"/>
          </a:xfrm>
        </p:spPr>
        <p:txBody>
          <a:bodyPr/>
          <a:lstStyle>
            <a:lvl1pPr>
              <a:defRPr sz="9978"/>
            </a:lvl1pPr>
            <a:lvl2pPr>
              <a:defRPr sz="8731"/>
            </a:lvl2pPr>
            <a:lvl3pPr>
              <a:defRPr sz="7483"/>
            </a:lvl3pPr>
            <a:lvl4pPr>
              <a:defRPr sz="6236"/>
            </a:lvl4pPr>
            <a:lvl5pPr>
              <a:defRPr sz="6236"/>
            </a:lvl5pPr>
            <a:lvl6pPr>
              <a:defRPr sz="6236"/>
            </a:lvl6pPr>
            <a:lvl7pPr>
              <a:defRPr sz="6236"/>
            </a:lvl7pPr>
            <a:lvl8pPr>
              <a:defRPr sz="6236"/>
            </a:lvl8pPr>
            <a:lvl9pPr>
              <a:defRPr sz="6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Click to edit Master text styles</a:t>
            </a:r>
          </a:p>
        </p:txBody>
      </p:sp>
      <p:sp>
        <p:nvSpPr>
          <p:cNvPr id="5" name="Date Placeholder 4"/>
          <p:cNvSpPr>
            <a:spLocks noGrp="1"/>
          </p:cNvSpPr>
          <p:nvPr>
            <p:ph type="dt" sz="half" idx="10"/>
          </p:nvPr>
        </p:nvSpPr>
        <p:spPr/>
        <p:txBody>
          <a:bodyPr/>
          <a:lstStyle/>
          <a:p>
            <a:fld id="{4E6A4CBF-77CF-4D8E-80E7-7578D3A82BED}" type="datetimeFigureOut">
              <a:rPr lang="en-GB" smtClean="0"/>
              <a:t>24/04/2026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1121835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3078850"/>
            <a:ext cx="15326827" cy="15196234"/>
          </a:xfrm>
        </p:spPr>
        <p:txBody>
          <a:bodyPr anchor="t"/>
          <a:lstStyle>
            <a:lvl1pPr marL="0" indent="0">
              <a:buNone/>
              <a:defRPr sz="9978"/>
            </a:lvl1pPr>
            <a:lvl2pPr marL="1425595" indent="0">
              <a:buNone/>
              <a:defRPr sz="8731"/>
            </a:lvl2pPr>
            <a:lvl3pPr marL="2851191" indent="0">
              <a:buNone/>
              <a:defRPr sz="7483"/>
            </a:lvl3pPr>
            <a:lvl4pPr marL="4276786" indent="0">
              <a:buNone/>
              <a:defRPr sz="6236"/>
            </a:lvl4pPr>
            <a:lvl5pPr marL="5702381" indent="0">
              <a:buNone/>
              <a:defRPr sz="6236"/>
            </a:lvl5pPr>
            <a:lvl6pPr marL="7127977" indent="0">
              <a:buNone/>
              <a:defRPr sz="6236"/>
            </a:lvl6pPr>
            <a:lvl7pPr marL="8553572" indent="0">
              <a:buNone/>
              <a:defRPr sz="6236"/>
            </a:lvl7pPr>
            <a:lvl8pPr marL="9979167" indent="0">
              <a:buNone/>
              <a:defRPr sz="6236"/>
            </a:lvl8pPr>
            <a:lvl9pPr marL="11404763" indent="0">
              <a:buNone/>
              <a:defRPr sz="6236"/>
            </a:lvl9pPr>
          </a:lstStyle>
          <a:p>
            <a:r>
              <a:rPr lang="en-US"/>
              <a:t>Click icon to add picture</a:t>
            </a:r>
            <a:endParaRPr lang="en-US" dirty="0"/>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US"/>
              <a:t>Click to edit Master text styles</a:t>
            </a:r>
          </a:p>
        </p:txBody>
      </p:sp>
      <p:sp>
        <p:nvSpPr>
          <p:cNvPr id="5" name="Date Placeholder 4"/>
          <p:cNvSpPr>
            <a:spLocks noGrp="1"/>
          </p:cNvSpPr>
          <p:nvPr>
            <p:ph type="dt" sz="half" idx="10"/>
          </p:nvPr>
        </p:nvSpPr>
        <p:spPr/>
        <p:txBody>
          <a:bodyPr/>
          <a:lstStyle/>
          <a:p>
            <a:fld id="{4E6A4CBF-77CF-4D8E-80E7-7578D3A82BED}" type="datetimeFigureOut">
              <a:rPr lang="en-GB" smtClean="0"/>
              <a:t>24/04/2026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3602104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6A4CBF-77CF-4D8E-80E7-7578D3A82BED}"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1891645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1138480"/>
            <a:ext cx="6528093" cy="181216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1138480"/>
            <a:ext cx="19205838"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6A4CBF-77CF-4D8E-80E7-7578D3A82BED}" type="datetimeFigureOut">
              <a:rPr lang="en-GB" smtClean="0"/>
              <a:t>24/04/2026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35E83-022E-40C2-8C67-E889D69C6C2F}" type="slidenum">
              <a:rPr lang="en-GB" smtClean="0"/>
              <a:t>‹#›</a:t>
            </a:fld>
            <a:endParaRPr lang="en-GB"/>
          </a:p>
        </p:txBody>
      </p:sp>
    </p:spTree>
    <p:extLst>
      <p:ext uri="{BB962C8B-B14F-4D97-AF65-F5344CB8AC3E}">
        <p14:creationId xmlns:p14="http://schemas.microsoft.com/office/powerpoint/2010/main" val="664051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1138485"/>
            <a:ext cx="26112371" cy="413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5692400"/>
            <a:ext cx="26112371"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19819457"/>
            <a:ext cx="6811923" cy="1138480"/>
          </a:xfrm>
          <a:prstGeom prst="rect">
            <a:avLst/>
          </a:prstGeom>
        </p:spPr>
        <p:txBody>
          <a:bodyPr vert="horz" lIns="91440" tIns="45720" rIns="91440" bIns="45720" rtlCol="0" anchor="ctr"/>
          <a:lstStyle>
            <a:lvl1pPr algn="l">
              <a:defRPr sz="3742">
                <a:solidFill>
                  <a:schemeClr val="tx1">
                    <a:tint val="82000"/>
                  </a:schemeClr>
                </a:solidFill>
              </a:defRPr>
            </a:lvl1pPr>
          </a:lstStyle>
          <a:p>
            <a:fld id="{4E6A4CBF-77CF-4D8E-80E7-7578D3A82BED}" type="datetimeFigureOut">
              <a:rPr lang="en-GB" smtClean="0"/>
              <a:t>24/04/2026</a:t>
            </a:fld>
            <a:endParaRPr lang="en-GB"/>
          </a:p>
        </p:txBody>
      </p:sp>
      <p:sp>
        <p:nvSpPr>
          <p:cNvPr id="5" name="Footer Placeholder 4"/>
          <p:cNvSpPr>
            <a:spLocks noGrp="1"/>
          </p:cNvSpPr>
          <p:nvPr>
            <p:ph type="ftr" sz="quarter" idx="3"/>
          </p:nvPr>
        </p:nvSpPr>
        <p:spPr>
          <a:xfrm>
            <a:off x="10028665" y="19819457"/>
            <a:ext cx="10217884" cy="1138480"/>
          </a:xfrm>
          <a:prstGeom prst="rect">
            <a:avLst/>
          </a:prstGeom>
        </p:spPr>
        <p:txBody>
          <a:bodyPr vert="horz" lIns="91440" tIns="45720" rIns="91440" bIns="45720" rtlCol="0" anchor="ctr"/>
          <a:lstStyle>
            <a:lvl1pPr algn="ctr">
              <a:defRPr sz="3742">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21381869" y="19819457"/>
            <a:ext cx="6811923" cy="1138480"/>
          </a:xfrm>
          <a:prstGeom prst="rect">
            <a:avLst/>
          </a:prstGeom>
        </p:spPr>
        <p:txBody>
          <a:bodyPr vert="horz" lIns="91440" tIns="45720" rIns="91440" bIns="45720" rtlCol="0" anchor="ctr"/>
          <a:lstStyle>
            <a:lvl1pPr algn="r">
              <a:defRPr sz="3742">
                <a:solidFill>
                  <a:schemeClr val="tx1">
                    <a:tint val="82000"/>
                  </a:schemeClr>
                </a:solidFill>
              </a:defRPr>
            </a:lvl1pPr>
          </a:lstStyle>
          <a:p>
            <a:fld id="{A7635E83-022E-40C2-8C67-E889D69C6C2F}" type="slidenum">
              <a:rPr lang="en-GB" smtClean="0"/>
              <a:t>‹#›</a:t>
            </a:fld>
            <a:endParaRPr lang="en-GB"/>
          </a:p>
        </p:txBody>
      </p:sp>
    </p:spTree>
    <p:extLst>
      <p:ext uri="{BB962C8B-B14F-4D97-AF65-F5344CB8AC3E}">
        <p14:creationId xmlns:p14="http://schemas.microsoft.com/office/powerpoint/2010/main" val="541900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851191" rtl="0" eaLnBrk="1" latinLnBrk="0" hangingPunct="1">
        <a:lnSpc>
          <a:spcPct val="90000"/>
        </a:lnSpc>
        <a:spcBef>
          <a:spcPct val="0"/>
        </a:spcBef>
        <a:buNone/>
        <a:defRPr sz="13720" kern="1200">
          <a:solidFill>
            <a:schemeClr val="tx1"/>
          </a:solidFill>
          <a:latin typeface="+mj-lt"/>
          <a:ea typeface="+mj-ea"/>
          <a:cs typeface="+mj-cs"/>
        </a:defRPr>
      </a:lvl1pPr>
    </p:titleStyle>
    <p:bodyStyle>
      <a:lvl1pPr marL="712798" indent="-712798" algn="l" defTabSz="2851191" rtl="0" eaLnBrk="1" latinLnBrk="0" hangingPunct="1">
        <a:lnSpc>
          <a:spcPct val="90000"/>
        </a:lnSpc>
        <a:spcBef>
          <a:spcPts val="3118"/>
        </a:spcBef>
        <a:buFont typeface="Arial" panose="020B0604020202020204" pitchFamily="34" charset="0"/>
        <a:buChar char="•"/>
        <a:defRPr sz="8731" kern="1200">
          <a:solidFill>
            <a:schemeClr val="tx1"/>
          </a:solidFill>
          <a:latin typeface="+mn-lt"/>
          <a:ea typeface="+mn-ea"/>
          <a:cs typeface="+mn-cs"/>
        </a:defRPr>
      </a:lvl1pPr>
      <a:lvl2pPr marL="2138393" indent="-712798" algn="l" defTabSz="2851191" rtl="0" eaLnBrk="1" latinLnBrk="0" hangingPunct="1">
        <a:lnSpc>
          <a:spcPct val="90000"/>
        </a:lnSpc>
        <a:spcBef>
          <a:spcPts val="1559"/>
        </a:spcBef>
        <a:buFont typeface="Arial" panose="020B0604020202020204" pitchFamily="34" charset="0"/>
        <a:buChar char="•"/>
        <a:defRPr sz="7483" kern="1200">
          <a:solidFill>
            <a:schemeClr val="tx1"/>
          </a:solidFill>
          <a:latin typeface="+mn-lt"/>
          <a:ea typeface="+mn-ea"/>
          <a:cs typeface="+mn-cs"/>
        </a:defRPr>
      </a:lvl2pPr>
      <a:lvl3pPr marL="3563988" indent="-712798" algn="l" defTabSz="2851191" rtl="0" eaLnBrk="1" latinLnBrk="0" hangingPunct="1">
        <a:lnSpc>
          <a:spcPct val="90000"/>
        </a:lnSpc>
        <a:spcBef>
          <a:spcPts val="1559"/>
        </a:spcBef>
        <a:buFont typeface="Arial" panose="020B0604020202020204" pitchFamily="34" charset="0"/>
        <a:buChar char="•"/>
        <a:defRPr sz="6236" kern="1200">
          <a:solidFill>
            <a:schemeClr val="tx1"/>
          </a:solidFill>
          <a:latin typeface="+mn-lt"/>
          <a:ea typeface="+mn-ea"/>
          <a:cs typeface="+mn-cs"/>
        </a:defRPr>
      </a:lvl3pPr>
      <a:lvl4pPr marL="498958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4pPr>
      <a:lvl5pPr marL="6415179"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5pPr>
      <a:lvl6pPr marL="784077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6pPr>
      <a:lvl7pPr marL="926637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7pPr>
      <a:lvl8pPr marL="10691965"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8pPr>
      <a:lvl9pPr marL="1211756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9pPr>
    </p:bodyStyle>
    <p:otherStyle>
      <a:defPPr>
        <a:defRPr lang="en-US"/>
      </a:defPPr>
      <a:lvl1pPr marL="0" algn="l" defTabSz="2851191" rtl="0" eaLnBrk="1" latinLnBrk="0" hangingPunct="1">
        <a:defRPr sz="5613" kern="1200">
          <a:solidFill>
            <a:schemeClr val="tx1"/>
          </a:solidFill>
          <a:latin typeface="+mn-lt"/>
          <a:ea typeface="+mn-ea"/>
          <a:cs typeface="+mn-cs"/>
        </a:defRPr>
      </a:lvl1pPr>
      <a:lvl2pPr marL="1425595" algn="l" defTabSz="2851191" rtl="0" eaLnBrk="1" latinLnBrk="0" hangingPunct="1">
        <a:defRPr sz="5613" kern="1200">
          <a:solidFill>
            <a:schemeClr val="tx1"/>
          </a:solidFill>
          <a:latin typeface="+mn-lt"/>
          <a:ea typeface="+mn-ea"/>
          <a:cs typeface="+mn-cs"/>
        </a:defRPr>
      </a:lvl2pPr>
      <a:lvl3pPr marL="2851191" algn="l" defTabSz="2851191" rtl="0" eaLnBrk="1" latinLnBrk="0" hangingPunct="1">
        <a:defRPr sz="5613" kern="1200">
          <a:solidFill>
            <a:schemeClr val="tx1"/>
          </a:solidFill>
          <a:latin typeface="+mn-lt"/>
          <a:ea typeface="+mn-ea"/>
          <a:cs typeface="+mn-cs"/>
        </a:defRPr>
      </a:lvl3pPr>
      <a:lvl4pPr marL="4276786" algn="l" defTabSz="2851191" rtl="0" eaLnBrk="1" latinLnBrk="0" hangingPunct="1">
        <a:defRPr sz="5613" kern="1200">
          <a:solidFill>
            <a:schemeClr val="tx1"/>
          </a:solidFill>
          <a:latin typeface="+mn-lt"/>
          <a:ea typeface="+mn-ea"/>
          <a:cs typeface="+mn-cs"/>
        </a:defRPr>
      </a:lvl4pPr>
      <a:lvl5pPr marL="5702381" algn="l" defTabSz="2851191" rtl="0" eaLnBrk="1" latinLnBrk="0" hangingPunct="1">
        <a:defRPr sz="5613" kern="1200">
          <a:solidFill>
            <a:schemeClr val="tx1"/>
          </a:solidFill>
          <a:latin typeface="+mn-lt"/>
          <a:ea typeface="+mn-ea"/>
          <a:cs typeface="+mn-cs"/>
        </a:defRPr>
      </a:lvl5pPr>
      <a:lvl6pPr marL="7127977" algn="l" defTabSz="2851191" rtl="0" eaLnBrk="1" latinLnBrk="0" hangingPunct="1">
        <a:defRPr sz="5613" kern="1200">
          <a:solidFill>
            <a:schemeClr val="tx1"/>
          </a:solidFill>
          <a:latin typeface="+mn-lt"/>
          <a:ea typeface="+mn-ea"/>
          <a:cs typeface="+mn-cs"/>
        </a:defRPr>
      </a:lvl6pPr>
      <a:lvl7pPr marL="8553572" algn="l" defTabSz="2851191" rtl="0" eaLnBrk="1" latinLnBrk="0" hangingPunct="1">
        <a:defRPr sz="5613" kern="1200">
          <a:solidFill>
            <a:schemeClr val="tx1"/>
          </a:solidFill>
          <a:latin typeface="+mn-lt"/>
          <a:ea typeface="+mn-ea"/>
          <a:cs typeface="+mn-cs"/>
        </a:defRPr>
      </a:lvl7pPr>
      <a:lvl8pPr marL="9979167" algn="l" defTabSz="2851191" rtl="0" eaLnBrk="1" latinLnBrk="0" hangingPunct="1">
        <a:defRPr sz="5613" kern="1200">
          <a:solidFill>
            <a:schemeClr val="tx1"/>
          </a:solidFill>
          <a:latin typeface="+mn-lt"/>
          <a:ea typeface="+mn-ea"/>
          <a:cs typeface="+mn-cs"/>
        </a:defRPr>
      </a:lvl8pPr>
      <a:lvl9pPr marL="11404763" algn="l" defTabSz="2851191" rtl="0" eaLnBrk="1" latinLnBrk="0" hangingPunct="1">
        <a:defRPr sz="56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23.svg"/><Relationship Id="rId3" Type="http://schemas.openxmlformats.org/officeDocument/2006/relationships/image" Target="../media/image1.png"/><Relationship Id="rId21" Type="http://schemas.openxmlformats.org/officeDocument/2006/relationships/image" Target="../media/image18.jpg"/><Relationship Id="rId7" Type="http://schemas.openxmlformats.org/officeDocument/2006/relationships/image" Target="../media/image5.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2.sv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29"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4.svg"/><Relationship Id="rId11" Type="http://schemas.microsoft.com/office/2007/relationships/hdphoto" Target="../media/hdphoto1.wdp"/><Relationship Id="rId24" Type="http://schemas.openxmlformats.org/officeDocument/2006/relationships/image" Target="../media/image21.png"/><Relationship Id="rId5" Type="http://schemas.openxmlformats.org/officeDocument/2006/relationships/image" Target="../media/image3.png"/><Relationship Id="rId15" Type="http://schemas.openxmlformats.org/officeDocument/2006/relationships/image" Target="../media/image12.png"/><Relationship Id="rId23" Type="http://schemas.openxmlformats.org/officeDocument/2006/relationships/image" Target="../media/image20.svg"/><Relationship Id="rId28" Type="http://schemas.openxmlformats.org/officeDocument/2006/relationships/image" Target="../media/image25.png"/><Relationship Id="rId10" Type="http://schemas.openxmlformats.org/officeDocument/2006/relationships/image" Target="../media/image8.png"/><Relationship Id="rId19"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8F2"/>
        </a:solidFill>
        <a:effectLst/>
      </p:bgPr>
    </p:bg>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10ECE98A-4D65-A250-977B-5F44C5BFFE62}"/>
              </a:ext>
            </a:extLst>
          </p:cNvPr>
          <p:cNvSpPr/>
          <p:nvPr/>
        </p:nvSpPr>
        <p:spPr>
          <a:xfrm>
            <a:off x="15716976" y="15654441"/>
            <a:ext cx="6051883" cy="4994770"/>
          </a:xfrm>
          <a:prstGeom prst="roundRect">
            <a:avLst>
              <a:gd name="adj" fmla="val 14908"/>
            </a:avLst>
          </a:prstGeom>
          <a:solidFill>
            <a:srgbClr val="F5E0F5"/>
          </a:solidFill>
          <a:ln w="76200">
            <a:solidFill>
              <a:srgbClr val="C47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Rectangle: Rounded Corners 115">
            <a:extLst>
              <a:ext uri="{FF2B5EF4-FFF2-40B4-BE49-F238E27FC236}">
                <a16:creationId xmlns:a16="http://schemas.microsoft.com/office/drawing/2014/main" id="{D127084E-3DFF-03C3-BBD2-DD012AB890BF}"/>
              </a:ext>
            </a:extLst>
          </p:cNvPr>
          <p:cNvSpPr/>
          <p:nvPr/>
        </p:nvSpPr>
        <p:spPr>
          <a:xfrm>
            <a:off x="8579257" y="4980354"/>
            <a:ext cx="13145329" cy="9405618"/>
          </a:xfrm>
          <a:prstGeom prst="roundRect">
            <a:avLst>
              <a:gd name="adj" fmla="val 10958"/>
            </a:avLst>
          </a:prstGeom>
          <a:solidFill>
            <a:srgbClr val="F5E0F5"/>
          </a:solidFill>
          <a:ln w="76200">
            <a:solidFill>
              <a:srgbClr val="C47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0" name="Picture 69">
            <a:extLst>
              <a:ext uri="{FF2B5EF4-FFF2-40B4-BE49-F238E27FC236}">
                <a16:creationId xmlns:a16="http://schemas.microsoft.com/office/drawing/2014/main" id="{B38FBB2C-A18B-EFB9-52D5-E5DFAC150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6248" y="-1466118"/>
            <a:ext cx="9408852" cy="6654359"/>
          </a:xfrm>
          <a:prstGeom prst="rect">
            <a:avLst/>
          </a:prstGeom>
        </p:spPr>
      </p:pic>
      <p:pic>
        <p:nvPicPr>
          <p:cNvPr id="1026" name="Picture 2">
            <a:extLst>
              <a:ext uri="{FF2B5EF4-FFF2-40B4-BE49-F238E27FC236}">
                <a16:creationId xmlns:a16="http://schemas.microsoft.com/office/drawing/2014/main" id="{3C8A469C-FB1D-CED1-6A2E-BEA9DB99DB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1813" y="3633615"/>
            <a:ext cx="1563314" cy="2142202"/>
          </a:xfrm>
          <a:prstGeom prst="rect">
            <a:avLst/>
          </a:prstGeom>
          <a:noFill/>
          <a:extLst>
            <a:ext uri="{909E8E84-426E-40DD-AFC4-6F175D3DCCD1}">
              <a14:hiddenFill xmlns:a14="http://schemas.microsoft.com/office/drawing/2010/main">
                <a:solidFill>
                  <a:srgbClr val="FFFFFF"/>
                </a:solidFill>
              </a14:hiddenFill>
            </a:ext>
          </a:extLst>
        </p:spPr>
      </p:pic>
      <p:sp>
        <p:nvSpPr>
          <p:cNvPr id="71" name="TextBox 70">
            <a:extLst>
              <a:ext uri="{FF2B5EF4-FFF2-40B4-BE49-F238E27FC236}">
                <a16:creationId xmlns:a16="http://schemas.microsoft.com/office/drawing/2014/main" id="{8299A75B-AEBF-99DD-82CA-ED3322E7F1A5}"/>
              </a:ext>
            </a:extLst>
          </p:cNvPr>
          <p:cNvSpPr txBox="1"/>
          <p:nvPr/>
        </p:nvSpPr>
        <p:spPr>
          <a:xfrm>
            <a:off x="3294181" y="3550554"/>
            <a:ext cx="2540475" cy="2308324"/>
          </a:xfrm>
          <a:prstGeom prst="rect">
            <a:avLst/>
          </a:prstGeom>
          <a:noFill/>
        </p:spPr>
        <p:txBody>
          <a:bodyPr wrap="square" rtlCol="0">
            <a:spAutoFit/>
          </a:bodyPr>
          <a:lstStyle/>
          <a:p>
            <a:r>
              <a:rPr lang="en-US" sz="3600" dirty="0">
                <a:latin typeface="Calisto MT" panose="02040603050505030304" pitchFamily="18" charset="0"/>
              </a:rPr>
              <a:t>Inspired by Rent </a:t>
            </a:r>
          </a:p>
          <a:p>
            <a:r>
              <a:rPr lang="en-US" sz="3600" dirty="0">
                <a:latin typeface="Calisto MT" panose="02040603050505030304" pitchFamily="18" charset="0"/>
              </a:rPr>
              <a:t>The Runway</a:t>
            </a:r>
            <a:endParaRPr lang="en-GB" sz="3600" dirty="0">
              <a:latin typeface="Calisto MT" panose="02040603050505030304" pitchFamily="18" charset="0"/>
            </a:endParaRPr>
          </a:p>
        </p:txBody>
      </p:sp>
      <p:sp>
        <p:nvSpPr>
          <p:cNvPr id="72" name="TextBox 71">
            <a:extLst>
              <a:ext uri="{FF2B5EF4-FFF2-40B4-BE49-F238E27FC236}">
                <a16:creationId xmlns:a16="http://schemas.microsoft.com/office/drawing/2014/main" id="{6F847BDB-7C4D-B8E9-9A9F-07379BF3D045}"/>
              </a:ext>
            </a:extLst>
          </p:cNvPr>
          <p:cNvSpPr txBox="1"/>
          <p:nvPr/>
        </p:nvSpPr>
        <p:spPr>
          <a:xfrm>
            <a:off x="10353145" y="-133979"/>
            <a:ext cx="10216325" cy="3570208"/>
          </a:xfrm>
          <a:prstGeom prst="rect">
            <a:avLst/>
          </a:prstGeom>
          <a:noFill/>
        </p:spPr>
        <p:txBody>
          <a:bodyPr wrap="square" rtlCol="0">
            <a:spAutoFit/>
          </a:bodyPr>
          <a:lstStyle/>
          <a:p>
            <a:pPr algn="ctr"/>
            <a:r>
              <a:rPr lang="en-US" sz="16600" dirty="0">
                <a:solidFill>
                  <a:srgbClr val="CC0099"/>
                </a:solidFill>
                <a:latin typeface="Calisto MT" panose="02040603050505030304" pitchFamily="18" charset="0"/>
              </a:rPr>
              <a:t>Fit Finder </a:t>
            </a:r>
            <a:r>
              <a:rPr lang="en-US" sz="5400" dirty="0">
                <a:solidFill>
                  <a:srgbClr val="CC0099"/>
                </a:solidFill>
                <a:latin typeface="Calisto MT" panose="02040603050505030304" pitchFamily="18" charset="0"/>
              </a:rPr>
              <a:t>(AI Outfit Recommendation)</a:t>
            </a:r>
            <a:endParaRPr lang="en-GB" sz="16600" dirty="0">
              <a:solidFill>
                <a:srgbClr val="CC0099"/>
              </a:solidFill>
              <a:latin typeface="Calisto MT" panose="02040603050505030304" pitchFamily="18" charset="0"/>
            </a:endParaRPr>
          </a:p>
        </p:txBody>
      </p:sp>
      <p:sp>
        <p:nvSpPr>
          <p:cNvPr id="73" name="TextBox 72">
            <a:extLst>
              <a:ext uri="{FF2B5EF4-FFF2-40B4-BE49-F238E27FC236}">
                <a16:creationId xmlns:a16="http://schemas.microsoft.com/office/drawing/2014/main" id="{B13469B9-FB88-FCC8-29DE-197585A039B9}"/>
              </a:ext>
            </a:extLst>
          </p:cNvPr>
          <p:cNvSpPr txBox="1"/>
          <p:nvPr/>
        </p:nvSpPr>
        <p:spPr>
          <a:xfrm>
            <a:off x="22740011" y="733904"/>
            <a:ext cx="6894970" cy="2277547"/>
          </a:xfrm>
          <a:prstGeom prst="rect">
            <a:avLst/>
          </a:prstGeom>
          <a:noFill/>
        </p:spPr>
        <p:txBody>
          <a:bodyPr wrap="square" rtlCol="0">
            <a:spAutoFit/>
          </a:bodyPr>
          <a:lstStyle/>
          <a:p>
            <a:r>
              <a:rPr lang="en-US" sz="5400" dirty="0">
                <a:solidFill>
                  <a:srgbClr val="CC0099"/>
                </a:solidFill>
                <a:latin typeface="Calisto MT" panose="02040603050505030304" pitchFamily="18" charset="0"/>
              </a:rPr>
              <a:t>Mark Carroll</a:t>
            </a:r>
          </a:p>
          <a:p>
            <a:r>
              <a:rPr lang="en-GB" sz="4400" dirty="0">
                <a:solidFill>
                  <a:srgbClr val="CC0099"/>
                </a:solidFill>
                <a:latin typeface="Calisto MT" panose="02040603050505030304" pitchFamily="18" charset="0"/>
              </a:rPr>
              <a:t>B.Eng.(Hons) in Software &amp; Electronic Engineering 2026</a:t>
            </a:r>
          </a:p>
        </p:txBody>
      </p:sp>
      <p:grpSp>
        <p:nvGrpSpPr>
          <p:cNvPr id="16" name="Group 15">
            <a:extLst>
              <a:ext uri="{FF2B5EF4-FFF2-40B4-BE49-F238E27FC236}">
                <a16:creationId xmlns:a16="http://schemas.microsoft.com/office/drawing/2014/main" id="{42CD4D4D-13EE-FEE1-ED5F-DDEE615814D2}"/>
              </a:ext>
            </a:extLst>
          </p:cNvPr>
          <p:cNvGrpSpPr/>
          <p:nvPr/>
        </p:nvGrpSpPr>
        <p:grpSpPr>
          <a:xfrm>
            <a:off x="16422804" y="9683163"/>
            <a:ext cx="3998505" cy="4323123"/>
            <a:chOff x="9161621" y="3941708"/>
            <a:chExt cx="2944368" cy="3216606"/>
          </a:xfrm>
        </p:grpSpPr>
        <p:sp>
          <p:nvSpPr>
            <p:cNvPr id="17" name="Rectangle: Rounded Corners 16">
              <a:extLst>
                <a:ext uri="{FF2B5EF4-FFF2-40B4-BE49-F238E27FC236}">
                  <a16:creationId xmlns:a16="http://schemas.microsoft.com/office/drawing/2014/main" id="{7425548E-E861-4068-B95A-E2EBFDF09FF3}"/>
                </a:ext>
              </a:extLst>
            </p:cNvPr>
            <p:cNvSpPr/>
            <p:nvPr/>
          </p:nvSpPr>
          <p:spPr>
            <a:xfrm>
              <a:off x="9161621" y="3941708"/>
              <a:ext cx="2944368" cy="3216606"/>
            </a:xfrm>
            <a:prstGeom prst="roundRect">
              <a:avLst>
                <a:gd name="adj" fmla="val 11461"/>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084AC887-C3E7-40F6-1DBE-545D3230DC5C}"/>
                </a:ext>
              </a:extLst>
            </p:cNvPr>
            <p:cNvGrpSpPr/>
            <p:nvPr/>
          </p:nvGrpSpPr>
          <p:grpSpPr>
            <a:xfrm>
              <a:off x="9280963" y="4012291"/>
              <a:ext cx="2768740" cy="2595971"/>
              <a:chOff x="9319426" y="4137063"/>
              <a:chExt cx="2768740" cy="2595971"/>
            </a:xfrm>
          </p:grpSpPr>
          <p:sp>
            <p:nvSpPr>
              <p:cNvPr id="19" name="Rectangle: Rounded Corners 18">
                <a:extLst>
                  <a:ext uri="{FF2B5EF4-FFF2-40B4-BE49-F238E27FC236}">
                    <a16:creationId xmlns:a16="http://schemas.microsoft.com/office/drawing/2014/main" id="{DD9FF5FC-BEA6-84E0-6EBF-D2E8CF2001C9}"/>
                  </a:ext>
                </a:extLst>
              </p:cNvPr>
              <p:cNvSpPr/>
              <p:nvPr/>
            </p:nvSpPr>
            <p:spPr>
              <a:xfrm>
                <a:off x="9644232" y="4486972"/>
                <a:ext cx="2119130" cy="22460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sp>
            <p:nvSpPr>
              <p:cNvPr id="20" name="TextBox 19">
                <a:extLst>
                  <a:ext uri="{FF2B5EF4-FFF2-40B4-BE49-F238E27FC236}">
                    <a16:creationId xmlns:a16="http://schemas.microsoft.com/office/drawing/2014/main" id="{AA04D4F6-58A0-EDC2-6150-95C9AC2535A8}"/>
                  </a:ext>
                </a:extLst>
              </p:cNvPr>
              <p:cNvSpPr txBox="1"/>
              <p:nvPr/>
            </p:nvSpPr>
            <p:spPr>
              <a:xfrm>
                <a:off x="9319426" y="4137063"/>
                <a:ext cx="2768740" cy="34350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E2841"/>
                    </a:solidFill>
                    <a:effectLst/>
                    <a:uLnTx/>
                    <a:uFillTx/>
                    <a:latin typeface="Calisto MT" panose="02040603050505030304"/>
                    <a:ea typeface="+mn-ea"/>
                    <a:cs typeface="+mn-cs"/>
                  </a:rPr>
                  <a:t>U</a:t>
                </a:r>
                <a:r>
                  <a:rPr kumimoji="0" lang="en-IE" sz="2400" b="0" i="0" u="none" strike="noStrike" kern="1200" cap="none" spc="0" normalizeH="0" baseline="0" noProof="0" dirty="0">
                    <a:ln>
                      <a:noFill/>
                    </a:ln>
                    <a:solidFill>
                      <a:srgbClr val="0E2841"/>
                    </a:solidFill>
                    <a:effectLst/>
                    <a:uLnTx/>
                    <a:uFillTx/>
                    <a:latin typeface="Calisto MT" panose="02040603050505030304"/>
                    <a:ea typeface="+mn-ea"/>
                    <a:cs typeface="+mn-cs"/>
                  </a:rPr>
                  <a:t>ser Node-Group Diagram</a:t>
                </a:r>
                <a:endParaRPr kumimoji="0" lang="en-GB" sz="2400" b="0" i="0" u="none" strike="noStrike" kern="1200" cap="none" spc="0" normalizeH="0" baseline="0" noProof="0" dirty="0">
                  <a:ln>
                    <a:noFill/>
                  </a:ln>
                  <a:solidFill>
                    <a:srgbClr val="0E2841"/>
                  </a:solidFill>
                  <a:effectLst/>
                  <a:uLnTx/>
                  <a:uFillTx/>
                  <a:latin typeface="Calisto MT" panose="02040603050505030304"/>
                  <a:ea typeface="+mn-ea"/>
                  <a:cs typeface="+mn-cs"/>
                </a:endParaRPr>
              </a:p>
            </p:txBody>
          </p:sp>
          <p:sp>
            <p:nvSpPr>
              <p:cNvPr id="21" name="Oval 20">
                <a:extLst>
                  <a:ext uri="{FF2B5EF4-FFF2-40B4-BE49-F238E27FC236}">
                    <a16:creationId xmlns:a16="http://schemas.microsoft.com/office/drawing/2014/main" id="{2ACE1571-1A6D-D8CD-78BE-F591C676DFB8}"/>
                  </a:ext>
                </a:extLst>
              </p:cNvPr>
              <p:cNvSpPr/>
              <p:nvPr/>
            </p:nvSpPr>
            <p:spPr>
              <a:xfrm>
                <a:off x="9889267" y="4996784"/>
                <a:ext cx="700066" cy="702045"/>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sp>
            <p:nvSpPr>
              <p:cNvPr id="22" name="Oval 21">
                <a:extLst>
                  <a:ext uri="{FF2B5EF4-FFF2-40B4-BE49-F238E27FC236}">
                    <a16:creationId xmlns:a16="http://schemas.microsoft.com/office/drawing/2014/main" id="{5EC54650-324A-E658-F1C2-71616EFF246F}"/>
                  </a:ext>
                </a:extLst>
              </p:cNvPr>
              <p:cNvSpPr/>
              <p:nvPr/>
            </p:nvSpPr>
            <p:spPr>
              <a:xfrm>
                <a:off x="10785705" y="4996784"/>
                <a:ext cx="700066" cy="702045"/>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white"/>
                  </a:solidFill>
                  <a:effectLst/>
                  <a:uLnTx/>
                  <a:uFillTx/>
                  <a:latin typeface="Calisto MT" panose="02040603050505030304"/>
                  <a:ea typeface="+mn-ea"/>
                  <a:cs typeface="+mn-cs"/>
                </a:endParaRPr>
              </a:p>
            </p:txBody>
          </p:sp>
          <p:pic>
            <p:nvPicPr>
              <p:cNvPr id="23" name="Picture 22" descr="A blue whale with blocks in it&#10;&#10;AI-generated content may be incorrect.">
                <a:extLst>
                  <a:ext uri="{FF2B5EF4-FFF2-40B4-BE49-F238E27FC236}">
                    <a16:creationId xmlns:a16="http://schemas.microsoft.com/office/drawing/2014/main" id="{F0049D15-2276-17B5-E7C6-FA1510469C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6894" y="5176964"/>
                <a:ext cx="441330" cy="341685"/>
              </a:xfrm>
              <a:prstGeom prst="rect">
                <a:avLst/>
              </a:prstGeom>
            </p:spPr>
          </p:pic>
          <p:cxnSp>
            <p:nvCxnSpPr>
              <p:cNvPr id="24" name="Connector: Elbow 23">
                <a:extLst>
                  <a:ext uri="{FF2B5EF4-FFF2-40B4-BE49-F238E27FC236}">
                    <a16:creationId xmlns:a16="http://schemas.microsoft.com/office/drawing/2014/main" id="{571326E9-971D-FD8D-0D3D-B150822D1E46}"/>
                  </a:ext>
                </a:extLst>
              </p:cNvPr>
              <p:cNvCxnSpPr>
                <a:cxnSpLocks/>
                <a:stCxn id="21" idx="4"/>
              </p:cNvCxnSpPr>
              <p:nvPr/>
            </p:nvCxnSpPr>
            <p:spPr>
              <a:xfrm rot="16200000" flipH="1">
                <a:off x="10340346" y="5597784"/>
                <a:ext cx="252910" cy="45500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5D8E6EA9-24FD-F146-C058-7B3ACBAB6E0A}"/>
                  </a:ext>
                </a:extLst>
              </p:cNvPr>
              <p:cNvCxnSpPr>
                <a:cxnSpLocks/>
              </p:cNvCxnSpPr>
              <p:nvPr/>
            </p:nvCxnSpPr>
            <p:spPr>
              <a:xfrm rot="10800000" flipV="1">
                <a:off x="10680736" y="5698828"/>
                <a:ext cx="456560" cy="252911"/>
              </a:xfrm>
              <a:prstGeom prst="bentConnector3">
                <a:avLst>
                  <a:gd name="adj1" fmla="val 714"/>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FE73719-7A8E-525F-5D38-78E8D8708A45}"/>
                  </a:ext>
                </a:extLst>
              </p:cNvPr>
              <p:cNvSpPr txBox="1"/>
              <p:nvPr/>
            </p:nvSpPr>
            <p:spPr>
              <a:xfrm>
                <a:off x="9892993" y="5942984"/>
                <a:ext cx="1672652" cy="52670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rPr>
                  <a:t>U</a:t>
                </a:r>
                <a:r>
                  <a:rPr kumimoji="0" lang="en-IE" sz="2000" b="0" i="0" u="none" strike="noStrike" kern="1200" cap="none" spc="0" normalizeH="0" baseline="0" noProof="0" dirty="0">
                    <a:ln>
                      <a:noFill/>
                    </a:ln>
                    <a:solidFill>
                      <a:srgbClr val="0E2841"/>
                    </a:solidFill>
                    <a:effectLst/>
                    <a:uLnTx/>
                    <a:uFillTx/>
                    <a:latin typeface="Calisto MT" panose="02040603050505030304"/>
                    <a:ea typeface="+mn-ea"/>
                    <a:cs typeface="+mn-cs"/>
                  </a:rPr>
                  <a:t>ser Microservice Pods</a:t>
                </a:r>
                <a:endPar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endParaRPr>
              </a:p>
            </p:txBody>
          </p:sp>
          <p:pic>
            <p:nvPicPr>
              <p:cNvPr id="27" name="Picture 26" descr="A blue whale with blocks in it&#10;&#10;AI-generated content may be incorrect.">
                <a:extLst>
                  <a:ext uri="{FF2B5EF4-FFF2-40B4-BE49-F238E27FC236}">
                    <a16:creationId xmlns:a16="http://schemas.microsoft.com/office/drawing/2014/main" id="{82D8A7F7-6099-8321-65CB-1076FD11D0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52888" y="5176964"/>
                <a:ext cx="441330" cy="341685"/>
              </a:xfrm>
              <a:prstGeom prst="rect">
                <a:avLst/>
              </a:prstGeom>
            </p:spPr>
          </p:pic>
          <p:sp>
            <p:nvSpPr>
              <p:cNvPr id="28" name="TextBox 27">
                <a:extLst>
                  <a:ext uri="{FF2B5EF4-FFF2-40B4-BE49-F238E27FC236}">
                    <a16:creationId xmlns:a16="http://schemas.microsoft.com/office/drawing/2014/main" id="{7C0968A4-3844-13B2-3516-D8686EAAC812}"/>
                  </a:ext>
                </a:extLst>
              </p:cNvPr>
              <p:cNvSpPr txBox="1"/>
              <p:nvPr/>
            </p:nvSpPr>
            <p:spPr>
              <a:xfrm>
                <a:off x="9773217" y="4687441"/>
                <a:ext cx="979373" cy="29770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rPr>
                  <a:t>U</a:t>
                </a:r>
                <a:r>
                  <a:rPr kumimoji="0" lang="en-IE" sz="2000" b="0" i="0" u="none" strike="noStrike" kern="1200" cap="none" spc="0" normalizeH="0" baseline="0" noProof="0" dirty="0">
                    <a:ln>
                      <a:noFill/>
                    </a:ln>
                    <a:solidFill>
                      <a:srgbClr val="0E2841"/>
                    </a:solidFill>
                    <a:effectLst/>
                    <a:uLnTx/>
                    <a:uFillTx/>
                    <a:latin typeface="Calisto MT" panose="02040603050505030304"/>
                    <a:ea typeface="+mn-ea"/>
                    <a:cs typeface="+mn-cs"/>
                  </a:rPr>
                  <a:t>serPod-1</a:t>
                </a:r>
                <a:endPar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endParaRPr>
              </a:p>
            </p:txBody>
          </p:sp>
          <p:sp>
            <p:nvSpPr>
              <p:cNvPr id="29" name="TextBox 28">
                <a:extLst>
                  <a:ext uri="{FF2B5EF4-FFF2-40B4-BE49-F238E27FC236}">
                    <a16:creationId xmlns:a16="http://schemas.microsoft.com/office/drawing/2014/main" id="{9189B2A9-17DC-3FEA-9253-0E9FF8F6AC90}"/>
                  </a:ext>
                </a:extLst>
              </p:cNvPr>
              <p:cNvSpPr txBox="1"/>
              <p:nvPr/>
            </p:nvSpPr>
            <p:spPr>
              <a:xfrm>
                <a:off x="10703797" y="4687441"/>
                <a:ext cx="979373" cy="29770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rPr>
                  <a:t>U</a:t>
                </a:r>
                <a:r>
                  <a:rPr kumimoji="0" lang="en-IE" sz="2000" b="0" i="0" u="none" strike="noStrike" kern="1200" cap="none" spc="0" normalizeH="0" baseline="0" noProof="0" dirty="0">
                    <a:ln>
                      <a:noFill/>
                    </a:ln>
                    <a:solidFill>
                      <a:srgbClr val="0E2841"/>
                    </a:solidFill>
                    <a:effectLst/>
                    <a:uLnTx/>
                    <a:uFillTx/>
                    <a:latin typeface="Calisto MT" panose="02040603050505030304"/>
                    <a:ea typeface="+mn-ea"/>
                    <a:cs typeface="+mn-cs"/>
                  </a:rPr>
                  <a:t>serPod-2</a:t>
                </a:r>
                <a:endPar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endParaRPr>
              </a:p>
            </p:txBody>
          </p:sp>
          <p:sp>
            <p:nvSpPr>
              <p:cNvPr id="30" name="TextBox 29">
                <a:extLst>
                  <a:ext uri="{FF2B5EF4-FFF2-40B4-BE49-F238E27FC236}">
                    <a16:creationId xmlns:a16="http://schemas.microsoft.com/office/drawing/2014/main" id="{E8BFE626-8058-D6BD-4C93-5573FCB7F924}"/>
                  </a:ext>
                </a:extLst>
              </p:cNvPr>
              <p:cNvSpPr txBox="1"/>
              <p:nvPr/>
            </p:nvSpPr>
            <p:spPr>
              <a:xfrm>
                <a:off x="9959314" y="6400874"/>
                <a:ext cx="1451355" cy="29770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E2841"/>
                    </a:solidFill>
                    <a:effectLst/>
                    <a:uLnTx/>
                    <a:uFillTx/>
                    <a:latin typeface="Calisto MT" panose="02040603050505030304"/>
                    <a:ea typeface="+mn-ea"/>
                    <a:cs typeface="+mn-cs"/>
                  </a:rPr>
                  <a:t>Port: 8000</a:t>
                </a:r>
                <a:endPar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endParaRPr>
              </a:p>
            </p:txBody>
          </p:sp>
        </p:grpSp>
      </p:grpSp>
      <p:sp>
        <p:nvSpPr>
          <p:cNvPr id="31" name="Rectangle: Rounded Corners 30">
            <a:extLst>
              <a:ext uri="{FF2B5EF4-FFF2-40B4-BE49-F238E27FC236}">
                <a16:creationId xmlns:a16="http://schemas.microsoft.com/office/drawing/2014/main" id="{05D2D4F9-C79D-A717-5962-90CD7C137DF5}"/>
              </a:ext>
            </a:extLst>
          </p:cNvPr>
          <p:cNvSpPr/>
          <p:nvPr/>
        </p:nvSpPr>
        <p:spPr>
          <a:xfrm>
            <a:off x="17253277" y="5861096"/>
            <a:ext cx="3406518" cy="1674067"/>
          </a:xfrm>
          <a:prstGeom prst="roundRect">
            <a:avLst/>
          </a:prstGeom>
          <a:solidFill>
            <a:schemeClr val="accent3">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33" name="TextBox 32">
            <a:extLst>
              <a:ext uri="{FF2B5EF4-FFF2-40B4-BE49-F238E27FC236}">
                <a16:creationId xmlns:a16="http://schemas.microsoft.com/office/drawing/2014/main" id="{1458EFC8-1FF8-E692-162C-473A839E6974}"/>
              </a:ext>
            </a:extLst>
          </p:cNvPr>
          <p:cNvSpPr txBox="1"/>
          <p:nvPr/>
        </p:nvSpPr>
        <p:spPr>
          <a:xfrm>
            <a:off x="18220689" y="6443267"/>
            <a:ext cx="2578128" cy="1015663"/>
          </a:xfrm>
          <a:prstGeom prst="rect">
            <a:avLst/>
          </a:prstGeom>
          <a:noFill/>
        </p:spPr>
        <p:txBody>
          <a:bodyPr wrap="square" rtlCol="0">
            <a:spAutoFit/>
          </a:bodyPr>
          <a:lstStyle/>
          <a:p>
            <a:pPr marL="285750" indent="-285750">
              <a:buFont typeface="Arial" panose="020B0604020202020204" pitchFamily="34" charset="0"/>
              <a:buChar char="•"/>
            </a:pPr>
            <a:r>
              <a:rPr lang="en-GB" sz="2000" dirty="0">
                <a:solidFill>
                  <a:schemeClr val="accent3">
                    <a:lumMod val="75000"/>
                  </a:schemeClr>
                </a:solidFill>
                <a:latin typeface="Calisto MT" panose="02040603050505030304" pitchFamily="18" charset="0"/>
              </a:rPr>
              <a:t>Clothes</a:t>
            </a:r>
          </a:p>
          <a:p>
            <a:pPr marL="285750" indent="-285750">
              <a:buFont typeface="Arial" panose="020B0604020202020204" pitchFamily="34" charset="0"/>
              <a:buChar char="•"/>
            </a:pPr>
            <a:r>
              <a:rPr lang="en-GB" sz="2000" dirty="0">
                <a:solidFill>
                  <a:schemeClr val="accent3">
                    <a:lumMod val="75000"/>
                  </a:schemeClr>
                </a:solidFill>
                <a:latin typeface="Calisto MT" panose="02040603050505030304" pitchFamily="18" charset="0"/>
              </a:rPr>
              <a:t>Image URLs</a:t>
            </a:r>
          </a:p>
          <a:p>
            <a:pPr marL="285750" indent="-285750">
              <a:buFont typeface="Arial" panose="020B0604020202020204" pitchFamily="34" charset="0"/>
              <a:buChar char="•"/>
            </a:pPr>
            <a:r>
              <a:rPr lang="en-GB" sz="2000" dirty="0">
                <a:solidFill>
                  <a:schemeClr val="accent3">
                    <a:lumMod val="75000"/>
                  </a:schemeClr>
                </a:solidFill>
                <a:latin typeface="Calisto MT" panose="02040603050505030304" pitchFamily="18" charset="0"/>
              </a:rPr>
              <a:t>User information</a:t>
            </a:r>
          </a:p>
        </p:txBody>
      </p:sp>
      <p:pic>
        <p:nvPicPr>
          <p:cNvPr id="34" name="Graphic 33" descr="Database outline">
            <a:extLst>
              <a:ext uri="{FF2B5EF4-FFF2-40B4-BE49-F238E27FC236}">
                <a16:creationId xmlns:a16="http://schemas.microsoft.com/office/drawing/2014/main" id="{FC05E48C-07F5-D5C9-64D5-0E32734C88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160730" y="5907020"/>
            <a:ext cx="1261327" cy="1442124"/>
          </a:xfrm>
          <a:prstGeom prst="rect">
            <a:avLst/>
          </a:prstGeom>
        </p:spPr>
      </p:pic>
      <p:sp>
        <p:nvSpPr>
          <p:cNvPr id="38" name="TextBox 37">
            <a:extLst>
              <a:ext uri="{FF2B5EF4-FFF2-40B4-BE49-F238E27FC236}">
                <a16:creationId xmlns:a16="http://schemas.microsoft.com/office/drawing/2014/main" id="{89FFBF5E-868F-9A2D-C460-22F59CB67AF2}"/>
              </a:ext>
            </a:extLst>
          </p:cNvPr>
          <p:cNvSpPr txBox="1"/>
          <p:nvPr/>
        </p:nvSpPr>
        <p:spPr>
          <a:xfrm>
            <a:off x="10326388" y="9598265"/>
            <a:ext cx="2713157" cy="461665"/>
          </a:xfrm>
          <a:prstGeom prst="rect">
            <a:avLst/>
          </a:prstGeom>
          <a:noFill/>
        </p:spPr>
        <p:txBody>
          <a:bodyPr wrap="square" rtlCol="0">
            <a:spAutoFit/>
          </a:bodyPr>
          <a:lstStyle/>
          <a:p>
            <a:pPr algn="ctr"/>
            <a:r>
              <a:rPr lang="en-US" sz="2400" dirty="0">
                <a:solidFill>
                  <a:srgbClr val="CC0099"/>
                </a:solidFill>
                <a:latin typeface="Calisto MT" panose="02040603050505030304" pitchFamily="18" charset="0"/>
              </a:rPr>
              <a:t>B</a:t>
            </a:r>
            <a:r>
              <a:rPr lang="en-GB" sz="2400" dirty="0">
                <a:solidFill>
                  <a:srgbClr val="CC0099"/>
                </a:solidFill>
                <a:latin typeface="Calisto MT" panose="02040603050505030304" pitchFamily="18" charset="0"/>
              </a:rPr>
              <a:t>ackend hosted via </a:t>
            </a:r>
            <a:endParaRPr lang="en-IE" sz="2400" dirty="0">
              <a:solidFill>
                <a:srgbClr val="CC0099"/>
              </a:solidFill>
              <a:latin typeface="Calisto MT" panose="02040603050505030304" pitchFamily="18" charset="0"/>
            </a:endParaRPr>
          </a:p>
        </p:txBody>
      </p:sp>
      <p:cxnSp>
        <p:nvCxnSpPr>
          <p:cNvPr id="58" name="Straight Arrow Connector 57">
            <a:extLst>
              <a:ext uri="{FF2B5EF4-FFF2-40B4-BE49-F238E27FC236}">
                <a16:creationId xmlns:a16="http://schemas.microsoft.com/office/drawing/2014/main" id="{A24AE523-D7E1-9867-ECAA-D3313B857D80}"/>
              </a:ext>
            </a:extLst>
          </p:cNvPr>
          <p:cNvCxnSpPr>
            <a:cxnSpLocks/>
          </p:cNvCxnSpPr>
          <p:nvPr/>
        </p:nvCxnSpPr>
        <p:spPr>
          <a:xfrm flipH="1">
            <a:off x="15787200" y="6769950"/>
            <a:ext cx="1373530" cy="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9" name="Straight Arrow Connector 58">
            <a:extLst>
              <a:ext uri="{FF2B5EF4-FFF2-40B4-BE49-F238E27FC236}">
                <a16:creationId xmlns:a16="http://schemas.microsoft.com/office/drawing/2014/main" id="{94FCD2C6-25DA-DE0B-3F01-024B079BD614}"/>
              </a:ext>
            </a:extLst>
          </p:cNvPr>
          <p:cNvCxnSpPr>
            <a:cxnSpLocks/>
          </p:cNvCxnSpPr>
          <p:nvPr/>
        </p:nvCxnSpPr>
        <p:spPr>
          <a:xfrm>
            <a:off x="15787200" y="6489173"/>
            <a:ext cx="1410666" cy="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ABE6D049-F7A8-92BE-7F93-F9C3E5A23A24}"/>
              </a:ext>
            </a:extLst>
          </p:cNvPr>
          <p:cNvCxnSpPr>
            <a:cxnSpLocks/>
          </p:cNvCxnSpPr>
          <p:nvPr/>
        </p:nvCxnSpPr>
        <p:spPr>
          <a:xfrm flipH="1">
            <a:off x="15787200" y="8609080"/>
            <a:ext cx="1373530" cy="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2" name="TextBox 61">
            <a:extLst>
              <a:ext uri="{FF2B5EF4-FFF2-40B4-BE49-F238E27FC236}">
                <a16:creationId xmlns:a16="http://schemas.microsoft.com/office/drawing/2014/main" id="{E89B59F7-C8B7-5F88-3179-4CF96AFDDC0F}"/>
              </a:ext>
            </a:extLst>
          </p:cNvPr>
          <p:cNvSpPr txBox="1"/>
          <p:nvPr/>
        </p:nvSpPr>
        <p:spPr>
          <a:xfrm>
            <a:off x="15655043" y="6723172"/>
            <a:ext cx="1637845" cy="707886"/>
          </a:xfrm>
          <a:prstGeom prst="rect">
            <a:avLst/>
          </a:prstGeom>
          <a:noFill/>
        </p:spPr>
        <p:txBody>
          <a:bodyPr wrap="square" rtlCol="0">
            <a:spAutoFit/>
          </a:bodyPr>
          <a:lstStyle/>
          <a:p>
            <a:pPr algn="ctr"/>
            <a:r>
              <a:rPr lang="en-US" sz="2000" dirty="0">
                <a:solidFill>
                  <a:srgbClr val="CC0099"/>
                </a:solidFill>
                <a:latin typeface="Calisto MT" panose="02040603050505030304" pitchFamily="18" charset="0"/>
              </a:rPr>
              <a:t>Get information</a:t>
            </a:r>
            <a:endParaRPr lang="en-IE" sz="2000" dirty="0">
              <a:solidFill>
                <a:srgbClr val="CC0099"/>
              </a:solidFill>
              <a:latin typeface="Calisto MT" panose="02040603050505030304" pitchFamily="18" charset="0"/>
            </a:endParaRPr>
          </a:p>
        </p:txBody>
      </p:sp>
      <p:sp>
        <p:nvSpPr>
          <p:cNvPr id="63" name="TextBox 62">
            <a:extLst>
              <a:ext uri="{FF2B5EF4-FFF2-40B4-BE49-F238E27FC236}">
                <a16:creationId xmlns:a16="http://schemas.microsoft.com/office/drawing/2014/main" id="{9916FF6C-4700-EA56-D1FA-F758D0817C99}"/>
              </a:ext>
            </a:extLst>
          </p:cNvPr>
          <p:cNvSpPr txBox="1"/>
          <p:nvPr/>
        </p:nvSpPr>
        <p:spPr>
          <a:xfrm>
            <a:off x="15673610" y="5719770"/>
            <a:ext cx="1637845" cy="707886"/>
          </a:xfrm>
          <a:prstGeom prst="rect">
            <a:avLst/>
          </a:prstGeom>
          <a:noFill/>
        </p:spPr>
        <p:txBody>
          <a:bodyPr wrap="square" rtlCol="0">
            <a:spAutoFit/>
          </a:bodyPr>
          <a:lstStyle/>
          <a:p>
            <a:pPr algn="ctr"/>
            <a:r>
              <a:rPr lang="en-US" sz="2000" dirty="0">
                <a:solidFill>
                  <a:srgbClr val="CC0099"/>
                </a:solidFill>
                <a:latin typeface="Calisto MT" panose="02040603050505030304" pitchFamily="18" charset="0"/>
              </a:rPr>
              <a:t>Upload information</a:t>
            </a:r>
            <a:endParaRPr lang="en-IE" sz="2000" dirty="0">
              <a:solidFill>
                <a:srgbClr val="CC0099"/>
              </a:solidFill>
              <a:latin typeface="Calisto MT" panose="02040603050505030304" pitchFamily="18" charset="0"/>
            </a:endParaRPr>
          </a:p>
        </p:txBody>
      </p:sp>
      <p:sp>
        <p:nvSpPr>
          <p:cNvPr id="101" name="TextBox 100">
            <a:extLst>
              <a:ext uri="{FF2B5EF4-FFF2-40B4-BE49-F238E27FC236}">
                <a16:creationId xmlns:a16="http://schemas.microsoft.com/office/drawing/2014/main" id="{8CA9A82D-C331-5270-E410-EE88FEB90FF6}"/>
              </a:ext>
            </a:extLst>
          </p:cNvPr>
          <p:cNvSpPr txBox="1"/>
          <p:nvPr/>
        </p:nvSpPr>
        <p:spPr>
          <a:xfrm>
            <a:off x="11879437" y="4010606"/>
            <a:ext cx="6620095" cy="923330"/>
          </a:xfrm>
          <a:prstGeom prst="rect">
            <a:avLst/>
          </a:prstGeom>
          <a:noFill/>
        </p:spPr>
        <p:txBody>
          <a:bodyPr wrap="square" rtlCol="0">
            <a:spAutoFit/>
          </a:bodyPr>
          <a:lstStyle/>
          <a:p>
            <a:pPr algn="ctr"/>
            <a:r>
              <a:rPr lang="en-US" sz="5400" dirty="0">
                <a:solidFill>
                  <a:srgbClr val="CC0099"/>
                </a:solidFill>
                <a:latin typeface="Calisto MT" panose="02040603050505030304" pitchFamily="18" charset="0"/>
              </a:rPr>
              <a:t>Architecture Diagram</a:t>
            </a:r>
            <a:endParaRPr lang="en-GB" sz="5400" dirty="0">
              <a:solidFill>
                <a:srgbClr val="CC0099"/>
              </a:solidFill>
              <a:latin typeface="Calisto MT" panose="02040603050505030304" pitchFamily="18" charset="0"/>
            </a:endParaRPr>
          </a:p>
        </p:txBody>
      </p:sp>
      <p:sp>
        <p:nvSpPr>
          <p:cNvPr id="102" name="TextBox 101">
            <a:extLst>
              <a:ext uri="{FF2B5EF4-FFF2-40B4-BE49-F238E27FC236}">
                <a16:creationId xmlns:a16="http://schemas.microsoft.com/office/drawing/2014/main" id="{D6A07A41-EB07-96FD-A967-5B18C699C2E8}"/>
              </a:ext>
            </a:extLst>
          </p:cNvPr>
          <p:cNvSpPr txBox="1"/>
          <p:nvPr/>
        </p:nvSpPr>
        <p:spPr>
          <a:xfrm>
            <a:off x="24226249" y="3567625"/>
            <a:ext cx="3790934" cy="923330"/>
          </a:xfrm>
          <a:prstGeom prst="rect">
            <a:avLst/>
          </a:prstGeom>
          <a:noFill/>
        </p:spPr>
        <p:txBody>
          <a:bodyPr wrap="square" rtlCol="0">
            <a:spAutoFit/>
          </a:bodyPr>
          <a:lstStyle/>
          <a:p>
            <a:pPr algn="ctr"/>
            <a:r>
              <a:rPr lang="en-US" sz="5400" dirty="0">
                <a:solidFill>
                  <a:srgbClr val="CC0099"/>
                </a:solidFill>
                <a:latin typeface="Calisto MT" panose="02040603050505030304" pitchFamily="18" charset="0"/>
              </a:rPr>
              <a:t>Tech Used</a:t>
            </a:r>
            <a:endParaRPr lang="en-GB" sz="5400" dirty="0">
              <a:solidFill>
                <a:srgbClr val="CC0099"/>
              </a:solidFill>
              <a:latin typeface="Calisto MT" panose="02040603050505030304" pitchFamily="18" charset="0"/>
            </a:endParaRPr>
          </a:p>
        </p:txBody>
      </p:sp>
      <p:sp>
        <p:nvSpPr>
          <p:cNvPr id="118" name="Rectangle: Rounded Corners 117">
            <a:extLst>
              <a:ext uri="{FF2B5EF4-FFF2-40B4-BE49-F238E27FC236}">
                <a16:creationId xmlns:a16="http://schemas.microsoft.com/office/drawing/2014/main" id="{F243288E-C8FD-F9C4-2C79-E222A16A4CE5}"/>
              </a:ext>
            </a:extLst>
          </p:cNvPr>
          <p:cNvSpPr/>
          <p:nvPr/>
        </p:nvSpPr>
        <p:spPr>
          <a:xfrm>
            <a:off x="474978" y="7370746"/>
            <a:ext cx="7445462" cy="4229923"/>
          </a:xfrm>
          <a:prstGeom prst="roundRect">
            <a:avLst>
              <a:gd name="adj" fmla="val 14908"/>
            </a:avLst>
          </a:prstGeom>
          <a:solidFill>
            <a:srgbClr val="F5E0F5"/>
          </a:solidFill>
          <a:ln w="76200">
            <a:solidFill>
              <a:srgbClr val="C47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9" name="TextBox 118">
            <a:extLst>
              <a:ext uri="{FF2B5EF4-FFF2-40B4-BE49-F238E27FC236}">
                <a16:creationId xmlns:a16="http://schemas.microsoft.com/office/drawing/2014/main" id="{61FE60E0-24B9-3E41-0545-8565EB98E442}"/>
              </a:ext>
            </a:extLst>
          </p:cNvPr>
          <p:cNvSpPr txBox="1"/>
          <p:nvPr/>
        </p:nvSpPr>
        <p:spPr>
          <a:xfrm>
            <a:off x="502082" y="6357973"/>
            <a:ext cx="7445462" cy="923330"/>
          </a:xfrm>
          <a:prstGeom prst="rect">
            <a:avLst/>
          </a:prstGeom>
          <a:noFill/>
        </p:spPr>
        <p:txBody>
          <a:bodyPr wrap="square" rtlCol="0">
            <a:spAutoFit/>
          </a:bodyPr>
          <a:lstStyle/>
          <a:p>
            <a:pPr algn="ctr"/>
            <a:r>
              <a:rPr lang="en-US" sz="5400" dirty="0">
                <a:solidFill>
                  <a:srgbClr val="CC0099"/>
                </a:solidFill>
                <a:latin typeface="Calisto MT" panose="02040603050505030304" pitchFamily="18" charset="0"/>
              </a:rPr>
              <a:t>What is Fit Finder?</a:t>
            </a:r>
            <a:endParaRPr lang="en-GB" sz="5400" dirty="0">
              <a:solidFill>
                <a:srgbClr val="CC0099"/>
              </a:solidFill>
              <a:latin typeface="Calisto MT" panose="02040603050505030304" pitchFamily="18" charset="0"/>
            </a:endParaRPr>
          </a:p>
        </p:txBody>
      </p:sp>
      <p:sp>
        <p:nvSpPr>
          <p:cNvPr id="120" name="Rectangle: Rounded Corners 119">
            <a:extLst>
              <a:ext uri="{FF2B5EF4-FFF2-40B4-BE49-F238E27FC236}">
                <a16:creationId xmlns:a16="http://schemas.microsoft.com/office/drawing/2014/main" id="{674EBDDB-235C-EAAC-AE6A-6F0A7C2D0111}"/>
              </a:ext>
            </a:extLst>
          </p:cNvPr>
          <p:cNvSpPr/>
          <p:nvPr/>
        </p:nvSpPr>
        <p:spPr>
          <a:xfrm>
            <a:off x="22400572" y="9752050"/>
            <a:ext cx="7361129" cy="10897162"/>
          </a:xfrm>
          <a:prstGeom prst="roundRect">
            <a:avLst>
              <a:gd name="adj" fmla="val 14908"/>
            </a:avLst>
          </a:prstGeom>
          <a:solidFill>
            <a:srgbClr val="F5E0F5"/>
          </a:solidFill>
          <a:ln w="76200">
            <a:solidFill>
              <a:srgbClr val="C47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1" name="Rectangle: Rounded Corners 120">
            <a:extLst>
              <a:ext uri="{FF2B5EF4-FFF2-40B4-BE49-F238E27FC236}">
                <a16:creationId xmlns:a16="http://schemas.microsoft.com/office/drawing/2014/main" id="{E38E30F0-F58E-1869-F2D8-E00EBFF8476A}"/>
              </a:ext>
            </a:extLst>
          </p:cNvPr>
          <p:cNvSpPr/>
          <p:nvPr/>
        </p:nvSpPr>
        <p:spPr>
          <a:xfrm>
            <a:off x="8604006" y="15654440"/>
            <a:ext cx="6051883" cy="4994771"/>
          </a:xfrm>
          <a:prstGeom prst="roundRect">
            <a:avLst>
              <a:gd name="adj" fmla="val 14908"/>
            </a:avLst>
          </a:prstGeom>
          <a:solidFill>
            <a:srgbClr val="F5E0F5"/>
          </a:solidFill>
          <a:ln w="76200">
            <a:solidFill>
              <a:srgbClr val="C47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TextBox 121">
            <a:extLst>
              <a:ext uri="{FF2B5EF4-FFF2-40B4-BE49-F238E27FC236}">
                <a16:creationId xmlns:a16="http://schemas.microsoft.com/office/drawing/2014/main" id="{CD3173E5-B602-5B28-65AC-87099C5E8EC0}"/>
              </a:ext>
            </a:extLst>
          </p:cNvPr>
          <p:cNvSpPr txBox="1"/>
          <p:nvPr/>
        </p:nvSpPr>
        <p:spPr>
          <a:xfrm>
            <a:off x="8826609" y="14676751"/>
            <a:ext cx="5606675" cy="923330"/>
          </a:xfrm>
          <a:prstGeom prst="rect">
            <a:avLst/>
          </a:prstGeom>
          <a:noFill/>
        </p:spPr>
        <p:txBody>
          <a:bodyPr wrap="square" rtlCol="0">
            <a:spAutoFit/>
          </a:bodyPr>
          <a:lstStyle/>
          <a:p>
            <a:pPr algn="ctr"/>
            <a:r>
              <a:rPr lang="en-US" sz="5400" dirty="0">
                <a:solidFill>
                  <a:srgbClr val="CC0099"/>
                </a:solidFill>
                <a:latin typeface="Calisto MT" panose="02040603050505030304" pitchFamily="18" charset="0"/>
              </a:rPr>
              <a:t>Machine Learning</a:t>
            </a:r>
            <a:endParaRPr lang="en-GB" sz="5400" dirty="0">
              <a:solidFill>
                <a:srgbClr val="CC0099"/>
              </a:solidFill>
              <a:latin typeface="Calisto MT" panose="02040603050505030304" pitchFamily="18" charset="0"/>
            </a:endParaRPr>
          </a:p>
        </p:txBody>
      </p:sp>
      <p:sp>
        <p:nvSpPr>
          <p:cNvPr id="123" name="TextBox 122">
            <a:extLst>
              <a:ext uri="{FF2B5EF4-FFF2-40B4-BE49-F238E27FC236}">
                <a16:creationId xmlns:a16="http://schemas.microsoft.com/office/drawing/2014/main" id="{1DD54374-FDAB-2D41-C8C1-08FD16C53B9D}"/>
              </a:ext>
            </a:extLst>
          </p:cNvPr>
          <p:cNvSpPr txBox="1"/>
          <p:nvPr/>
        </p:nvSpPr>
        <p:spPr>
          <a:xfrm>
            <a:off x="23853336" y="8828719"/>
            <a:ext cx="4536764" cy="923330"/>
          </a:xfrm>
          <a:prstGeom prst="rect">
            <a:avLst/>
          </a:prstGeom>
          <a:noFill/>
        </p:spPr>
        <p:txBody>
          <a:bodyPr wrap="square" rtlCol="0">
            <a:spAutoFit/>
          </a:bodyPr>
          <a:lstStyle/>
          <a:p>
            <a:pPr algn="ctr"/>
            <a:r>
              <a:rPr lang="en-US" sz="5400" dirty="0">
                <a:solidFill>
                  <a:srgbClr val="CC0099"/>
                </a:solidFill>
                <a:latin typeface="Calisto MT" panose="02040603050505030304" pitchFamily="18" charset="0"/>
              </a:rPr>
              <a:t>User Example</a:t>
            </a:r>
            <a:endParaRPr lang="en-GB" sz="5400" dirty="0">
              <a:solidFill>
                <a:srgbClr val="CC0099"/>
              </a:solidFill>
              <a:latin typeface="Calisto MT" panose="02040603050505030304" pitchFamily="18" charset="0"/>
            </a:endParaRPr>
          </a:p>
        </p:txBody>
      </p:sp>
      <p:sp>
        <p:nvSpPr>
          <p:cNvPr id="127" name="TextBox 126">
            <a:extLst>
              <a:ext uri="{FF2B5EF4-FFF2-40B4-BE49-F238E27FC236}">
                <a16:creationId xmlns:a16="http://schemas.microsoft.com/office/drawing/2014/main" id="{C68E8CAE-8FF4-8A5F-5BDA-84EA2A2A2865}"/>
              </a:ext>
            </a:extLst>
          </p:cNvPr>
          <p:cNvSpPr txBox="1"/>
          <p:nvPr/>
        </p:nvSpPr>
        <p:spPr>
          <a:xfrm>
            <a:off x="752774" y="7830508"/>
            <a:ext cx="6970289" cy="3221459"/>
          </a:xfrm>
          <a:prstGeom prst="rect">
            <a:avLst/>
          </a:prstGeom>
          <a:noFill/>
        </p:spPr>
        <p:txBody>
          <a:bodyPr wrap="square" rtlCol="0">
            <a:spAutoFit/>
          </a:bodyPr>
          <a:lstStyle/>
          <a:p>
            <a:pPr>
              <a:lnSpc>
                <a:spcPts val="3500"/>
              </a:lnSpc>
            </a:pPr>
            <a:r>
              <a:rPr lang="en-US" sz="2800" dirty="0"/>
              <a:t>Fit Finder is an outfit recommendation web-based application. The user chooses the vibe they want, and Fit Finder creates an outfit for them. The user can then like or dislike the outfit. If the user likes the outfit, they can then see themselves in their outfit by uploading an image of themself.</a:t>
            </a:r>
          </a:p>
        </p:txBody>
      </p:sp>
      <p:grpSp>
        <p:nvGrpSpPr>
          <p:cNvPr id="8" name="Group 7">
            <a:extLst>
              <a:ext uri="{FF2B5EF4-FFF2-40B4-BE49-F238E27FC236}">
                <a16:creationId xmlns:a16="http://schemas.microsoft.com/office/drawing/2014/main" id="{EB3F5A1B-6EB6-E45A-FBA6-4DFBE3981B89}"/>
              </a:ext>
            </a:extLst>
          </p:cNvPr>
          <p:cNvGrpSpPr/>
          <p:nvPr/>
        </p:nvGrpSpPr>
        <p:grpSpPr>
          <a:xfrm>
            <a:off x="22400572" y="4480449"/>
            <a:ext cx="7419187" cy="4115712"/>
            <a:chOff x="22400572" y="5092532"/>
            <a:chExt cx="7419187" cy="4115712"/>
          </a:xfrm>
        </p:grpSpPr>
        <p:sp>
          <p:nvSpPr>
            <p:cNvPr id="103" name="Rectangle: Rounded Corners 102">
              <a:extLst>
                <a:ext uri="{FF2B5EF4-FFF2-40B4-BE49-F238E27FC236}">
                  <a16:creationId xmlns:a16="http://schemas.microsoft.com/office/drawing/2014/main" id="{F19D2F04-421E-F266-0399-A8155623D4F0}"/>
                </a:ext>
              </a:extLst>
            </p:cNvPr>
            <p:cNvSpPr/>
            <p:nvPr/>
          </p:nvSpPr>
          <p:spPr>
            <a:xfrm>
              <a:off x="22400572" y="5092532"/>
              <a:ext cx="7419187" cy="4115712"/>
            </a:xfrm>
            <a:prstGeom prst="roundRect">
              <a:avLst>
                <a:gd name="adj" fmla="val 14908"/>
              </a:avLst>
            </a:prstGeom>
            <a:solidFill>
              <a:srgbClr val="F5E0F5"/>
            </a:solidFill>
            <a:ln w="76200">
              <a:solidFill>
                <a:srgbClr val="C47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1" name="Picture 110">
              <a:extLst>
                <a:ext uri="{FF2B5EF4-FFF2-40B4-BE49-F238E27FC236}">
                  <a16:creationId xmlns:a16="http://schemas.microsoft.com/office/drawing/2014/main" id="{32A8D6EC-081E-4C26-B3FC-41099343C6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761924" y="5858402"/>
              <a:ext cx="1771742" cy="1679500"/>
            </a:xfrm>
            <a:prstGeom prst="rect">
              <a:avLst/>
            </a:prstGeom>
          </p:spPr>
        </p:pic>
        <p:pic>
          <p:nvPicPr>
            <p:cNvPr id="104" name="Picture 6" descr="Gemini Logo PNG (Free Download)">
              <a:extLst>
                <a:ext uri="{FF2B5EF4-FFF2-40B4-BE49-F238E27FC236}">
                  <a16:creationId xmlns:a16="http://schemas.microsoft.com/office/drawing/2014/main" id="{9D4C16F7-BCF7-0D40-E8E0-048FD0DC21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75770" y="5125422"/>
              <a:ext cx="1627009" cy="15423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act Logo - PNG Logo Vector Brand Downloads (SVG, EPS)">
              <a:extLst>
                <a:ext uri="{FF2B5EF4-FFF2-40B4-BE49-F238E27FC236}">
                  <a16:creationId xmlns:a16="http://schemas.microsoft.com/office/drawing/2014/main" id="{748E942F-3FE4-C672-14BD-F91C80F207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443075" y="6238288"/>
              <a:ext cx="1892399" cy="100905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4">
              <a:extLst>
                <a:ext uri="{FF2B5EF4-FFF2-40B4-BE49-F238E27FC236}">
                  <a16:creationId xmlns:a16="http://schemas.microsoft.com/office/drawing/2014/main" id="{8EDBE26B-7AD7-2A62-709F-4ABA17C9AE41}"/>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556" r="98889">
                          <a14:foregroundMark x1="13889" y1="54444" x2="13889" y2="54444"/>
                          <a14:foregroundMark x1="13889" y1="54444" x2="9167" y2="57222"/>
                          <a14:foregroundMark x1="6389" y1="56111" x2="833" y2="58611"/>
                          <a14:foregroundMark x1="28056" y1="42222" x2="35833" y2="52778"/>
                          <a14:foregroundMark x1="45278" y1="50278" x2="55278" y2="51389"/>
                          <a14:foregroundMark x1="61944" y1="51944" x2="60000" y2="48611"/>
                          <a14:foregroundMark x1="70278" y1="49167" x2="69722" y2="54444"/>
                          <a14:foregroundMark x1="83611" y1="50278" x2="87222" y2="50278"/>
                          <a14:foregroundMark x1="98889" y1="45000" x2="98889" y2="52222"/>
                          <a14:foregroundMark x1="93333" y1="50556" x2="93333" y2="50556"/>
                          <a14:foregroundMark x1="9444" y1="56389" x2="7778" y2="57500"/>
                        </a14:backgroundRemoval>
                      </a14:imgEffect>
                    </a14:imgLayer>
                  </a14:imgProps>
                </a:ext>
                <a:ext uri="{28A0092B-C50C-407E-A947-70E740481C1C}">
                  <a14:useLocalDpi xmlns:a14="http://schemas.microsoft.com/office/drawing/2010/main" val="0"/>
                </a:ext>
              </a:extLst>
            </a:blip>
            <a:stretch>
              <a:fillRect/>
            </a:stretch>
          </p:blipFill>
          <p:spPr>
            <a:xfrm>
              <a:off x="25335913" y="5870242"/>
              <a:ext cx="1776577" cy="1684084"/>
            </a:xfrm>
            <a:prstGeom prst="rect">
              <a:avLst/>
            </a:prstGeom>
          </p:spPr>
        </p:pic>
        <p:pic>
          <p:nvPicPr>
            <p:cNvPr id="109" name="Picture 108" descr="A logo with a smile&#10;&#10;AI-generated content may be incorrect.">
              <a:extLst>
                <a:ext uri="{FF2B5EF4-FFF2-40B4-BE49-F238E27FC236}">
                  <a16:creationId xmlns:a16="http://schemas.microsoft.com/office/drawing/2014/main" id="{2C5FD1A3-6930-44B1-9B52-519EEDA95FD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821213" y="5584899"/>
              <a:ext cx="655198" cy="621087"/>
            </a:xfrm>
            <a:prstGeom prst="rect">
              <a:avLst/>
            </a:prstGeom>
          </p:spPr>
        </p:pic>
        <p:pic>
          <p:nvPicPr>
            <p:cNvPr id="114" name="Picture 113">
              <a:extLst>
                <a:ext uri="{FF2B5EF4-FFF2-40B4-BE49-F238E27FC236}">
                  <a16:creationId xmlns:a16="http://schemas.microsoft.com/office/drawing/2014/main" id="{125C274B-477D-3DED-5338-A19A4C237C6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5047431" y="5476216"/>
              <a:ext cx="2367187" cy="809399"/>
            </a:xfrm>
            <a:prstGeom prst="rect">
              <a:avLst/>
            </a:prstGeom>
          </p:spPr>
        </p:pic>
        <p:pic>
          <p:nvPicPr>
            <p:cNvPr id="1040" name="Picture 16">
              <a:extLst>
                <a:ext uri="{FF2B5EF4-FFF2-40B4-BE49-F238E27FC236}">
                  <a16:creationId xmlns:a16="http://schemas.microsoft.com/office/drawing/2014/main" id="{41856158-6934-3AB3-7FF3-989D11EFD98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821213" y="7330232"/>
              <a:ext cx="2171454" cy="49530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E2A46EBB-1537-6167-F1A5-9D3FBA06008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080991" y="8106228"/>
              <a:ext cx="2946290" cy="495303"/>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F03D8E28-C3AD-8E7B-9795-FA2DA04BF43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340066" y="7372562"/>
              <a:ext cx="1807886" cy="389912"/>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41A093C7-FE89-F3C7-8EF2-B81E6AB115F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443075" y="7257335"/>
              <a:ext cx="2028919" cy="641096"/>
            </a:xfrm>
            <a:prstGeom prst="rect">
              <a:avLst/>
            </a:prstGeom>
            <a:noFill/>
            <a:extLst>
              <a:ext uri="{909E8E84-426E-40DD-AFC4-6F175D3DCCD1}">
                <a14:hiddenFill xmlns:a14="http://schemas.microsoft.com/office/drawing/2010/main">
                  <a:solidFill>
                    <a:srgbClr val="FFFFFF"/>
                  </a:solidFill>
                </a14:hiddenFill>
              </a:ext>
            </a:extLst>
          </p:spPr>
        </p:pic>
        <p:sp>
          <p:nvSpPr>
            <p:cNvPr id="115" name="TextBox 114">
              <a:extLst>
                <a:ext uri="{FF2B5EF4-FFF2-40B4-BE49-F238E27FC236}">
                  <a16:creationId xmlns:a16="http://schemas.microsoft.com/office/drawing/2014/main" id="{ECA5F2D9-FA58-4649-8E23-ACA69585AA37}"/>
                </a:ext>
              </a:extLst>
            </p:cNvPr>
            <p:cNvSpPr txBox="1"/>
            <p:nvPr/>
          </p:nvSpPr>
          <p:spPr>
            <a:xfrm>
              <a:off x="23444163" y="5570769"/>
              <a:ext cx="1751627" cy="707886"/>
            </a:xfrm>
            <a:prstGeom prst="rect">
              <a:avLst/>
            </a:prstGeom>
            <a:noFill/>
          </p:spPr>
          <p:txBody>
            <a:bodyPr wrap="square" rtlCol="0">
              <a:spAutoFit/>
            </a:bodyPr>
            <a:lstStyle/>
            <a:p>
              <a:pPr algn="ctr"/>
              <a:r>
                <a:rPr lang="en-US" sz="2000" dirty="0"/>
                <a:t>Amazon Web Services</a:t>
              </a:r>
              <a:endParaRPr lang="en-GB" sz="2000" dirty="0"/>
            </a:p>
          </p:txBody>
        </p:sp>
        <p:pic>
          <p:nvPicPr>
            <p:cNvPr id="1052" name="Picture 28">
              <a:extLst>
                <a:ext uri="{FF2B5EF4-FFF2-40B4-BE49-F238E27FC236}">
                  <a16:creationId xmlns:a16="http://schemas.microsoft.com/office/drawing/2014/main" id="{D3C2A08C-D50B-A8D9-4A95-F6F7A809502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386465" y="8165260"/>
              <a:ext cx="2680003" cy="398934"/>
            </a:xfrm>
            <a:prstGeom prst="rect">
              <a:avLst/>
            </a:prstGeom>
            <a:noFill/>
            <a:extLst>
              <a:ext uri="{909E8E84-426E-40DD-AFC4-6F175D3DCCD1}">
                <a14:hiddenFill xmlns:a14="http://schemas.microsoft.com/office/drawing/2010/main">
                  <a:solidFill>
                    <a:srgbClr val="FFFFFF"/>
                  </a:solidFill>
                </a14:hiddenFill>
              </a:ext>
            </a:extLst>
          </p:spPr>
        </p:pic>
      </p:grpSp>
      <p:pic>
        <p:nvPicPr>
          <p:cNvPr id="1025" name="Picture 26">
            <a:extLst>
              <a:ext uri="{FF2B5EF4-FFF2-40B4-BE49-F238E27FC236}">
                <a16:creationId xmlns:a16="http://schemas.microsoft.com/office/drawing/2014/main" id="{F79F45F4-FD07-9A92-17D1-1F6ECCDD3D8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27825" y="5917224"/>
            <a:ext cx="1923288" cy="641096"/>
          </a:xfrm>
          <a:prstGeom prst="rect">
            <a:avLst/>
          </a:prstGeom>
          <a:noFill/>
          <a:extLst>
            <a:ext uri="{909E8E84-426E-40DD-AFC4-6F175D3DCCD1}">
              <a14:hiddenFill xmlns:a14="http://schemas.microsoft.com/office/drawing/2010/main">
                <a:solidFill>
                  <a:srgbClr val="FFFFFF"/>
                </a:solidFill>
              </a14:hiddenFill>
            </a:ext>
          </a:extLst>
        </p:spPr>
      </p:pic>
      <p:sp>
        <p:nvSpPr>
          <p:cNvPr id="1033" name="TextBox 1032">
            <a:extLst>
              <a:ext uri="{FF2B5EF4-FFF2-40B4-BE49-F238E27FC236}">
                <a16:creationId xmlns:a16="http://schemas.microsoft.com/office/drawing/2014/main" id="{355421BD-5DEC-85E7-FE70-3A228970E8B1}"/>
              </a:ext>
            </a:extLst>
          </p:cNvPr>
          <p:cNvSpPr txBox="1"/>
          <p:nvPr/>
        </p:nvSpPr>
        <p:spPr>
          <a:xfrm>
            <a:off x="9018242" y="15930097"/>
            <a:ext cx="5230256" cy="4567982"/>
          </a:xfrm>
          <a:prstGeom prst="rect">
            <a:avLst/>
          </a:prstGeom>
          <a:noFill/>
        </p:spPr>
        <p:txBody>
          <a:bodyPr wrap="square" rtlCol="0">
            <a:spAutoFit/>
          </a:bodyPr>
          <a:lstStyle/>
          <a:p>
            <a:pPr>
              <a:lnSpc>
                <a:spcPts val="3500"/>
              </a:lnSpc>
            </a:pPr>
            <a:r>
              <a:rPr lang="en-US" sz="2800" dirty="0"/>
              <a:t>The machine learning in Fit Finder uses the users to train the data. Through the user's inputs(liking/disliking), the system will update the items’ values live. Scaling some values up, while scaling others down. Through this process, the items will sort themselves into their best fit.</a:t>
            </a:r>
          </a:p>
        </p:txBody>
      </p:sp>
      <p:pic>
        <p:nvPicPr>
          <p:cNvPr id="1043" name="Picture 1042">
            <a:extLst>
              <a:ext uri="{FF2B5EF4-FFF2-40B4-BE49-F238E27FC236}">
                <a16:creationId xmlns:a16="http://schemas.microsoft.com/office/drawing/2014/main" id="{E7168CA6-C722-E1A1-B897-D87E75483038}"/>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2952666" y="12471465"/>
            <a:ext cx="3688949" cy="2322318"/>
          </a:xfrm>
          <a:prstGeom prst="rect">
            <a:avLst/>
          </a:prstGeom>
        </p:spPr>
      </p:pic>
      <p:pic>
        <p:nvPicPr>
          <p:cNvPr id="1047" name="Picture 1046">
            <a:extLst>
              <a:ext uri="{FF2B5EF4-FFF2-40B4-BE49-F238E27FC236}">
                <a16:creationId xmlns:a16="http://schemas.microsoft.com/office/drawing/2014/main" id="{9F048B96-0730-648A-CD79-65AE42C038CE}"/>
              </a:ext>
            </a:extLst>
          </p:cNvPr>
          <p:cNvPicPr>
            <a:picLocks noChangeAspect="1"/>
          </p:cNvPicPr>
          <p:nvPr/>
        </p:nvPicPr>
        <p:blipFill>
          <a:blip r:embed="rId20"/>
          <a:stretch>
            <a:fillRect/>
          </a:stretch>
        </p:blipFill>
        <p:spPr>
          <a:xfrm>
            <a:off x="25340066" y="17169120"/>
            <a:ext cx="2057434" cy="2911198"/>
          </a:xfrm>
          <a:prstGeom prst="roundRect">
            <a:avLst>
              <a:gd name="adj" fmla="val 3136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51" name="Picture 1050">
            <a:extLst>
              <a:ext uri="{FF2B5EF4-FFF2-40B4-BE49-F238E27FC236}">
                <a16:creationId xmlns:a16="http://schemas.microsoft.com/office/drawing/2014/main" id="{19DD9AA6-4FAC-21D7-E728-86724059126C}"/>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4083943" y="15172277"/>
            <a:ext cx="2126128" cy="1594596"/>
          </a:xfrm>
          <a:prstGeom prst="roundRect">
            <a:avLst>
              <a:gd name="adj" fmla="val 42949"/>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TextBox 2">
            <a:extLst>
              <a:ext uri="{FF2B5EF4-FFF2-40B4-BE49-F238E27FC236}">
                <a16:creationId xmlns:a16="http://schemas.microsoft.com/office/drawing/2014/main" id="{D47ACC8F-EE2D-DF74-3DFF-1B16478CE6D8}"/>
              </a:ext>
            </a:extLst>
          </p:cNvPr>
          <p:cNvSpPr txBox="1"/>
          <p:nvPr/>
        </p:nvSpPr>
        <p:spPr>
          <a:xfrm>
            <a:off x="16880727" y="14676751"/>
            <a:ext cx="4121904" cy="923330"/>
          </a:xfrm>
          <a:prstGeom prst="rect">
            <a:avLst/>
          </a:prstGeom>
          <a:noFill/>
        </p:spPr>
        <p:txBody>
          <a:bodyPr wrap="square" rtlCol="0">
            <a:spAutoFit/>
          </a:bodyPr>
          <a:lstStyle/>
          <a:p>
            <a:pPr algn="ctr"/>
            <a:r>
              <a:rPr lang="en-US" sz="5400" dirty="0">
                <a:solidFill>
                  <a:srgbClr val="CC0099"/>
                </a:solidFill>
                <a:latin typeface="Calisto MT" panose="02040603050505030304" pitchFamily="18" charset="0"/>
              </a:rPr>
              <a:t>Site QR code</a:t>
            </a:r>
            <a:endParaRPr lang="en-GB" sz="5400" dirty="0">
              <a:solidFill>
                <a:srgbClr val="CC0099"/>
              </a:solidFill>
              <a:latin typeface="Calisto MT" panose="02040603050505030304" pitchFamily="18" charset="0"/>
            </a:endParaRPr>
          </a:p>
        </p:txBody>
      </p:sp>
      <p:sp>
        <p:nvSpPr>
          <p:cNvPr id="7" name="TextBox 6">
            <a:extLst>
              <a:ext uri="{FF2B5EF4-FFF2-40B4-BE49-F238E27FC236}">
                <a16:creationId xmlns:a16="http://schemas.microsoft.com/office/drawing/2014/main" id="{6E591108-9A74-DA82-3BC7-42EE87B7B928}"/>
              </a:ext>
            </a:extLst>
          </p:cNvPr>
          <p:cNvSpPr txBox="1"/>
          <p:nvPr/>
        </p:nvSpPr>
        <p:spPr>
          <a:xfrm>
            <a:off x="26850723" y="12747537"/>
            <a:ext cx="2910978" cy="1426096"/>
          </a:xfrm>
          <a:prstGeom prst="rect">
            <a:avLst/>
          </a:prstGeom>
          <a:noFill/>
        </p:spPr>
        <p:txBody>
          <a:bodyPr wrap="square" rtlCol="0">
            <a:spAutoFit/>
          </a:bodyPr>
          <a:lstStyle/>
          <a:p>
            <a:pPr algn="ctr">
              <a:lnSpc>
                <a:spcPts val="3500"/>
              </a:lnSpc>
            </a:pPr>
            <a:r>
              <a:rPr lang="en-US" sz="2800" dirty="0"/>
              <a:t>User gets a recommendation and likes it</a:t>
            </a:r>
          </a:p>
        </p:txBody>
      </p:sp>
      <p:sp>
        <p:nvSpPr>
          <p:cNvPr id="13" name="TextBox 12">
            <a:extLst>
              <a:ext uri="{FF2B5EF4-FFF2-40B4-BE49-F238E27FC236}">
                <a16:creationId xmlns:a16="http://schemas.microsoft.com/office/drawing/2014/main" id="{DE203861-509C-5A41-BB3D-0243E672BDA4}"/>
              </a:ext>
            </a:extLst>
          </p:cNvPr>
          <p:cNvSpPr txBox="1"/>
          <p:nvPr/>
        </p:nvSpPr>
        <p:spPr>
          <a:xfrm>
            <a:off x="27247761" y="15217049"/>
            <a:ext cx="2117359" cy="1426096"/>
          </a:xfrm>
          <a:prstGeom prst="rect">
            <a:avLst/>
          </a:prstGeom>
          <a:noFill/>
        </p:spPr>
        <p:txBody>
          <a:bodyPr wrap="square" rtlCol="0">
            <a:spAutoFit/>
          </a:bodyPr>
          <a:lstStyle/>
          <a:p>
            <a:pPr algn="ctr">
              <a:lnSpc>
                <a:spcPts val="3500"/>
              </a:lnSpc>
            </a:pPr>
            <a:r>
              <a:rPr lang="en-US" sz="2800" dirty="0"/>
              <a:t>User uploads their image</a:t>
            </a:r>
          </a:p>
        </p:txBody>
      </p:sp>
      <p:sp>
        <p:nvSpPr>
          <p:cNvPr id="45" name="TextBox 44">
            <a:extLst>
              <a:ext uri="{FF2B5EF4-FFF2-40B4-BE49-F238E27FC236}">
                <a16:creationId xmlns:a16="http://schemas.microsoft.com/office/drawing/2014/main" id="{4E5EA76F-3B1E-4E9D-5F18-1479FD6A37EE}"/>
              </a:ext>
            </a:extLst>
          </p:cNvPr>
          <p:cNvSpPr txBox="1"/>
          <p:nvPr/>
        </p:nvSpPr>
        <p:spPr>
          <a:xfrm>
            <a:off x="27283336" y="17407606"/>
            <a:ext cx="2524548" cy="2323778"/>
          </a:xfrm>
          <a:prstGeom prst="rect">
            <a:avLst/>
          </a:prstGeom>
          <a:noFill/>
        </p:spPr>
        <p:txBody>
          <a:bodyPr wrap="square" rtlCol="0">
            <a:spAutoFit/>
          </a:bodyPr>
          <a:lstStyle/>
          <a:p>
            <a:pPr algn="ctr">
              <a:lnSpc>
                <a:spcPts val="3500"/>
              </a:lnSpc>
            </a:pPr>
            <a:r>
              <a:rPr lang="en-US" sz="2800" dirty="0"/>
              <a:t>FitFinder generates the image of them in their liked outfit</a:t>
            </a:r>
          </a:p>
        </p:txBody>
      </p:sp>
      <p:sp>
        <p:nvSpPr>
          <p:cNvPr id="15" name="TextBox 14">
            <a:extLst>
              <a:ext uri="{FF2B5EF4-FFF2-40B4-BE49-F238E27FC236}">
                <a16:creationId xmlns:a16="http://schemas.microsoft.com/office/drawing/2014/main" id="{DFCEA200-4386-9DD2-61D8-2F412CF628E0}"/>
              </a:ext>
            </a:extLst>
          </p:cNvPr>
          <p:cNvSpPr txBox="1"/>
          <p:nvPr/>
        </p:nvSpPr>
        <p:spPr>
          <a:xfrm>
            <a:off x="17004575" y="19425301"/>
            <a:ext cx="3295806" cy="707886"/>
          </a:xfrm>
          <a:prstGeom prst="rect">
            <a:avLst/>
          </a:prstGeom>
          <a:noFill/>
        </p:spPr>
        <p:txBody>
          <a:bodyPr wrap="square" rtlCol="0">
            <a:spAutoFit/>
          </a:bodyPr>
          <a:lstStyle/>
          <a:p>
            <a:pPr algn="ctr"/>
            <a:r>
              <a:rPr lang="en-GB" sz="4000" dirty="0"/>
              <a:t>fitfinder.guru</a:t>
            </a:r>
          </a:p>
        </p:txBody>
      </p:sp>
      <p:pic>
        <p:nvPicPr>
          <p:cNvPr id="49" name="Picture 48">
            <a:extLst>
              <a:ext uri="{FF2B5EF4-FFF2-40B4-BE49-F238E27FC236}">
                <a16:creationId xmlns:a16="http://schemas.microsoft.com/office/drawing/2014/main" id="{942E1B1B-DB42-A2CF-395B-D48FDACE2C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976389" y="9022044"/>
            <a:ext cx="1679500" cy="1679500"/>
          </a:xfrm>
          <a:prstGeom prst="rect">
            <a:avLst/>
          </a:prstGeom>
        </p:spPr>
      </p:pic>
      <p:sp>
        <p:nvSpPr>
          <p:cNvPr id="50" name="TextBox 49">
            <a:extLst>
              <a:ext uri="{FF2B5EF4-FFF2-40B4-BE49-F238E27FC236}">
                <a16:creationId xmlns:a16="http://schemas.microsoft.com/office/drawing/2014/main" id="{6EA94A6A-ACCB-3FD5-F9E2-DBC8129F97F5}"/>
              </a:ext>
            </a:extLst>
          </p:cNvPr>
          <p:cNvSpPr txBox="1"/>
          <p:nvPr/>
        </p:nvSpPr>
        <p:spPr>
          <a:xfrm>
            <a:off x="16669750" y="13328390"/>
            <a:ext cx="365956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000" dirty="0">
                <a:solidFill>
                  <a:srgbClr val="0E2841"/>
                </a:solidFill>
                <a:latin typeface="Calisto MT" panose="02040603050505030304"/>
              </a:rPr>
              <a:t>Starts with two pods, but scales automatically with traffic</a:t>
            </a:r>
            <a:endParaRPr kumimoji="0" lang="en-GB" sz="2000" b="0" i="0" u="none" strike="noStrike" kern="1200" cap="none" spc="0" normalizeH="0" baseline="0" noProof="0" dirty="0">
              <a:ln>
                <a:noFill/>
              </a:ln>
              <a:solidFill>
                <a:srgbClr val="0E2841"/>
              </a:solidFill>
              <a:effectLst/>
              <a:uLnTx/>
              <a:uFillTx/>
              <a:latin typeface="Calisto MT" panose="02040603050505030304"/>
              <a:ea typeface="+mn-ea"/>
              <a:cs typeface="+mn-cs"/>
            </a:endParaRPr>
          </a:p>
        </p:txBody>
      </p:sp>
      <p:grpSp>
        <p:nvGrpSpPr>
          <p:cNvPr id="46" name="Group 45">
            <a:extLst>
              <a:ext uri="{FF2B5EF4-FFF2-40B4-BE49-F238E27FC236}">
                <a16:creationId xmlns:a16="http://schemas.microsoft.com/office/drawing/2014/main" id="{3DA97978-F3D9-019E-0029-86286050C1CE}"/>
              </a:ext>
            </a:extLst>
          </p:cNvPr>
          <p:cNvGrpSpPr/>
          <p:nvPr/>
        </p:nvGrpSpPr>
        <p:grpSpPr>
          <a:xfrm>
            <a:off x="9515169" y="5815206"/>
            <a:ext cx="6151648" cy="3616872"/>
            <a:chOff x="9515394" y="6364869"/>
            <a:chExt cx="6151648" cy="3616872"/>
          </a:xfrm>
        </p:grpSpPr>
        <p:sp>
          <p:nvSpPr>
            <p:cNvPr id="5" name="Rectangle: Rounded Corners 4">
              <a:extLst>
                <a:ext uri="{FF2B5EF4-FFF2-40B4-BE49-F238E27FC236}">
                  <a16:creationId xmlns:a16="http://schemas.microsoft.com/office/drawing/2014/main" id="{76B56BE5-3142-9AE1-10ED-E1C0B8A65DCC}"/>
                </a:ext>
              </a:extLst>
            </p:cNvPr>
            <p:cNvSpPr/>
            <p:nvPr/>
          </p:nvSpPr>
          <p:spPr>
            <a:xfrm>
              <a:off x="9515394" y="6364869"/>
              <a:ext cx="6151648" cy="3616872"/>
            </a:xfrm>
            <a:prstGeom prst="roundRect">
              <a:avLst>
                <a:gd name="adj" fmla="val 6438"/>
              </a:avLst>
            </a:prstGeom>
            <a:solidFill>
              <a:schemeClr val="accent1">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Rectangle: Rounded Corners 38">
              <a:extLst>
                <a:ext uri="{FF2B5EF4-FFF2-40B4-BE49-F238E27FC236}">
                  <a16:creationId xmlns:a16="http://schemas.microsoft.com/office/drawing/2014/main" id="{C6FE353F-E8BB-03DB-8FE9-9D84C90A24B2}"/>
                </a:ext>
              </a:extLst>
            </p:cNvPr>
            <p:cNvSpPr/>
            <p:nvPr/>
          </p:nvSpPr>
          <p:spPr>
            <a:xfrm>
              <a:off x="9685995" y="8001747"/>
              <a:ext cx="2143456" cy="1005815"/>
            </a:xfrm>
            <a:prstGeom prst="roundRect">
              <a:avLst/>
            </a:prstGeom>
            <a:solidFill>
              <a:schemeClr val="accent1">
                <a:lumMod val="20000"/>
                <a:lumOff val="80000"/>
              </a:schemeClr>
            </a:solidFill>
            <a:ln w="28575"/>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85CDD55A-39A7-F95E-9254-E9AC61EE0F51}"/>
                </a:ext>
              </a:extLst>
            </p:cNvPr>
            <p:cNvSpPr txBox="1"/>
            <p:nvPr/>
          </p:nvSpPr>
          <p:spPr>
            <a:xfrm>
              <a:off x="9832904" y="8106032"/>
              <a:ext cx="1877223" cy="707886"/>
            </a:xfrm>
            <a:prstGeom prst="rect">
              <a:avLst/>
            </a:prstGeom>
            <a:noFill/>
          </p:spPr>
          <p:txBody>
            <a:bodyPr wrap="square" rtlCol="0">
              <a:spAutoFit/>
            </a:bodyPr>
            <a:lstStyle/>
            <a:p>
              <a:pPr algn="ctr"/>
              <a:r>
                <a:rPr lang="en-GB" sz="2000" dirty="0">
                  <a:solidFill>
                    <a:schemeClr val="accent4">
                      <a:lumMod val="50000"/>
                    </a:schemeClr>
                  </a:solidFill>
                  <a:latin typeface="Calisto MT" panose="02040603050505030304" pitchFamily="18" charset="0"/>
                </a:rPr>
                <a:t>Clothes </a:t>
              </a:r>
            </a:p>
            <a:p>
              <a:pPr algn="ctr"/>
              <a:r>
                <a:rPr lang="en-GB" sz="2000" dirty="0">
                  <a:solidFill>
                    <a:schemeClr val="accent4">
                      <a:lumMod val="50000"/>
                    </a:schemeClr>
                  </a:solidFill>
                  <a:latin typeface="Calisto MT" panose="02040603050505030304" pitchFamily="18" charset="0"/>
                </a:rPr>
                <a:t>Node-Group</a:t>
              </a:r>
              <a:endParaRPr lang="en-IE" sz="2000" dirty="0">
                <a:solidFill>
                  <a:schemeClr val="accent4">
                    <a:lumMod val="50000"/>
                  </a:schemeClr>
                </a:solidFill>
                <a:latin typeface="Calisto MT" panose="02040603050505030304" pitchFamily="18" charset="0"/>
              </a:endParaRPr>
            </a:p>
          </p:txBody>
        </p:sp>
        <p:cxnSp>
          <p:nvCxnSpPr>
            <p:cNvPr id="66" name="Straight Arrow Connector 65">
              <a:extLst>
                <a:ext uri="{FF2B5EF4-FFF2-40B4-BE49-F238E27FC236}">
                  <a16:creationId xmlns:a16="http://schemas.microsoft.com/office/drawing/2014/main" id="{CD1771BC-4987-0866-DC86-6C0E0E56A9D1}"/>
                </a:ext>
              </a:extLst>
            </p:cNvPr>
            <p:cNvCxnSpPr>
              <a:cxnSpLocks/>
            </p:cNvCxnSpPr>
            <p:nvPr/>
          </p:nvCxnSpPr>
          <p:spPr>
            <a:xfrm>
              <a:off x="12083085" y="7665500"/>
              <a:ext cx="1008726" cy="0"/>
            </a:xfrm>
            <a:prstGeom prst="straightConnector1">
              <a:avLst/>
            </a:prstGeom>
            <a:ln w="571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7" name="TextBox 66">
              <a:extLst>
                <a:ext uri="{FF2B5EF4-FFF2-40B4-BE49-F238E27FC236}">
                  <a16:creationId xmlns:a16="http://schemas.microsoft.com/office/drawing/2014/main" id="{EAF7BAC5-A375-AC69-677D-F0AABEB61C0D}"/>
                </a:ext>
              </a:extLst>
            </p:cNvPr>
            <p:cNvSpPr txBox="1"/>
            <p:nvPr/>
          </p:nvSpPr>
          <p:spPr>
            <a:xfrm>
              <a:off x="11939639" y="6638228"/>
              <a:ext cx="1296059" cy="923330"/>
            </a:xfrm>
            <a:prstGeom prst="rect">
              <a:avLst/>
            </a:prstGeom>
            <a:noFill/>
          </p:spPr>
          <p:txBody>
            <a:bodyPr wrap="square" rtlCol="0">
              <a:spAutoFit/>
            </a:bodyPr>
            <a:lstStyle/>
            <a:p>
              <a:pPr algn="ctr"/>
              <a:r>
                <a:rPr lang="en-US" dirty="0">
                  <a:solidFill>
                    <a:schemeClr val="bg1"/>
                  </a:solidFill>
                  <a:latin typeface="Calisto MT" panose="02040603050505030304" pitchFamily="18" charset="0"/>
                </a:rPr>
                <a:t>RabbitMQ</a:t>
              </a:r>
            </a:p>
            <a:p>
              <a:pPr algn="ctr"/>
              <a:r>
                <a:rPr lang="en-IE" dirty="0">
                  <a:solidFill>
                    <a:schemeClr val="bg1"/>
                  </a:solidFill>
                  <a:latin typeface="Calisto MT" panose="02040603050505030304" pitchFamily="18" charset="0"/>
                </a:rPr>
                <a:t>async message</a:t>
              </a:r>
            </a:p>
          </p:txBody>
        </p:sp>
        <p:sp>
          <p:nvSpPr>
            <p:cNvPr id="88" name="Rectangle: Rounded Corners 87">
              <a:extLst>
                <a:ext uri="{FF2B5EF4-FFF2-40B4-BE49-F238E27FC236}">
                  <a16:creationId xmlns:a16="http://schemas.microsoft.com/office/drawing/2014/main" id="{2C969152-5C49-76B8-3266-90F606447E15}"/>
                </a:ext>
              </a:extLst>
            </p:cNvPr>
            <p:cNvSpPr/>
            <p:nvPr/>
          </p:nvSpPr>
          <p:spPr>
            <a:xfrm>
              <a:off x="13293057" y="8001748"/>
              <a:ext cx="2143456" cy="1000086"/>
            </a:xfrm>
            <a:prstGeom prst="roundRect">
              <a:avLst/>
            </a:prstGeom>
            <a:solidFill>
              <a:schemeClr val="accent1">
                <a:lumMod val="20000"/>
                <a:lumOff val="80000"/>
              </a:schemeClr>
            </a:solidFill>
            <a:ln w="28575"/>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89" name="TextBox 88">
              <a:extLst>
                <a:ext uri="{FF2B5EF4-FFF2-40B4-BE49-F238E27FC236}">
                  <a16:creationId xmlns:a16="http://schemas.microsoft.com/office/drawing/2014/main" id="{325D126F-C93D-9DBE-A093-928E4612F691}"/>
                </a:ext>
              </a:extLst>
            </p:cNvPr>
            <p:cNvSpPr txBox="1"/>
            <p:nvPr/>
          </p:nvSpPr>
          <p:spPr>
            <a:xfrm>
              <a:off x="13413437" y="8100353"/>
              <a:ext cx="1902695" cy="707886"/>
            </a:xfrm>
            <a:prstGeom prst="rect">
              <a:avLst/>
            </a:prstGeom>
            <a:noFill/>
          </p:spPr>
          <p:txBody>
            <a:bodyPr wrap="square" rtlCol="0">
              <a:spAutoFit/>
            </a:bodyPr>
            <a:lstStyle/>
            <a:p>
              <a:pPr algn="ctr"/>
              <a:r>
                <a:rPr lang="en-GB" sz="2000" dirty="0">
                  <a:solidFill>
                    <a:schemeClr val="accent4">
                      <a:lumMod val="50000"/>
                    </a:schemeClr>
                  </a:solidFill>
                  <a:latin typeface="Calisto MT" panose="02040603050505030304" pitchFamily="18" charset="0"/>
                </a:rPr>
                <a:t>User </a:t>
              </a:r>
            </a:p>
            <a:p>
              <a:pPr algn="ctr"/>
              <a:r>
                <a:rPr lang="en-GB" sz="2000" dirty="0">
                  <a:solidFill>
                    <a:schemeClr val="accent4">
                      <a:lumMod val="50000"/>
                    </a:schemeClr>
                  </a:solidFill>
                  <a:latin typeface="Calisto MT" panose="02040603050505030304" pitchFamily="18" charset="0"/>
                </a:rPr>
                <a:t>Node-Group</a:t>
              </a:r>
              <a:endParaRPr lang="en-IE" sz="2000" dirty="0">
                <a:solidFill>
                  <a:schemeClr val="accent4">
                    <a:lumMod val="50000"/>
                  </a:schemeClr>
                </a:solidFill>
                <a:latin typeface="Calisto MT" panose="02040603050505030304" pitchFamily="18" charset="0"/>
              </a:endParaRPr>
            </a:p>
          </p:txBody>
        </p:sp>
        <p:sp>
          <p:nvSpPr>
            <p:cNvPr id="92" name="Rectangle: Rounded Corners 91">
              <a:extLst>
                <a:ext uri="{FF2B5EF4-FFF2-40B4-BE49-F238E27FC236}">
                  <a16:creationId xmlns:a16="http://schemas.microsoft.com/office/drawing/2014/main" id="{CD538C77-FC2F-35D8-C56B-C8A168B63FA3}"/>
                </a:ext>
              </a:extLst>
            </p:cNvPr>
            <p:cNvSpPr/>
            <p:nvPr/>
          </p:nvSpPr>
          <p:spPr>
            <a:xfrm>
              <a:off x="9694403" y="6659685"/>
              <a:ext cx="2143456" cy="1005815"/>
            </a:xfrm>
            <a:prstGeom prst="roundRect">
              <a:avLst/>
            </a:prstGeom>
            <a:solidFill>
              <a:schemeClr val="accent1">
                <a:lumMod val="20000"/>
                <a:lumOff val="80000"/>
              </a:schemeClr>
            </a:solidFill>
            <a:ln w="28575"/>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93" name="TextBox 92">
              <a:extLst>
                <a:ext uri="{FF2B5EF4-FFF2-40B4-BE49-F238E27FC236}">
                  <a16:creationId xmlns:a16="http://schemas.microsoft.com/office/drawing/2014/main" id="{27910F65-2F04-D137-ED49-3D11E95A2760}"/>
                </a:ext>
              </a:extLst>
            </p:cNvPr>
            <p:cNvSpPr txBox="1"/>
            <p:nvPr/>
          </p:nvSpPr>
          <p:spPr>
            <a:xfrm>
              <a:off x="9680610" y="6764406"/>
              <a:ext cx="2134225" cy="707886"/>
            </a:xfrm>
            <a:prstGeom prst="rect">
              <a:avLst/>
            </a:prstGeom>
            <a:noFill/>
          </p:spPr>
          <p:txBody>
            <a:bodyPr wrap="square" rtlCol="0">
              <a:spAutoFit/>
            </a:bodyPr>
            <a:lstStyle/>
            <a:p>
              <a:pPr algn="ctr"/>
              <a:r>
                <a:rPr lang="en-GB" sz="2000" dirty="0">
                  <a:solidFill>
                    <a:schemeClr val="accent4">
                      <a:lumMod val="50000"/>
                    </a:schemeClr>
                  </a:solidFill>
                  <a:latin typeface="Calisto MT" panose="02040603050505030304" pitchFamily="18" charset="0"/>
                </a:rPr>
                <a:t>Recommendation Node-Group</a:t>
              </a:r>
              <a:endParaRPr lang="en-IE" sz="2000" dirty="0">
                <a:solidFill>
                  <a:schemeClr val="accent4">
                    <a:lumMod val="50000"/>
                  </a:schemeClr>
                </a:solidFill>
                <a:latin typeface="Calisto MT" panose="02040603050505030304" pitchFamily="18" charset="0"/>
              </a:endParaRPr>
            </a:p>
          </p:txBody>
        </p:sp>
        <p:pic>
          <p:nvPicPr>
            <p:cNvPr id="78" name="Picture 77">
              <a:extLst>
                <a:ext uri="{FF2B5EF4-FFF2-40B4-BE49-F238E27FC236}">
                  <a16:creationId xmlns:a16="http://schemas.microsoft.com/office/drawing/2014/main" id="{6F19F76C-848A-823B-24A9-63C0F1FE210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flipH="1">
              <a:off x="12111109" y="7801063"/>
              <a:ext cx="952679" cy="952679"/>
            </a:xfrm>
            <a:prstGeom prst="rect">
              <a:avLst/>
            </a:prstGeom>
          </p:spPr>
        </p:pic>
        <p:sp>
          <p:nvSpPr>
            <p:cNvPr id="79" name="TextBox 78">
              <a:extLst>
                <a:ext uri="{FF2B5EF4-FFF2-40B4-BE49-F238E27FC236}">
                  <a16:creationId xmlns:a16="http://schemas.microsoft.com/office/drawing/2014/main" id="{0CADF10F-E496-4FD1-BFF9-FEFC1688CA73}"/>
                </a:ext>
              </a:extLst>
            </p:cNvPr>
            <p:cNvSpPr txBox="1"/>
            <p:nvPr/>
          </p:nvSpPr>
          <p:spPr>
            <a:xfrm>
              <a:off x="13576118" y="9100674"/>
              <a:ext cx="1855117" cy="646331"/>
            </a:xfrm>
            <a:prstGeom prst="rect">
              <a:avLst/>
            </a:prstGeom>
            <a:noFill/>
          </p:spPr>
          <p:txBody>
            <a:bodyPr wrap="square" rtlCol="0">
              <a:spAutoFit/>
            </a:bodyPr>
            <a:lstStyle/>
            <a:p>
              <a:pPr algn="ctr"/>
              <a:r>
                <a:rPr lang="en-GB" dirty="0">
                  <a:solidFill>
                    <a:schemeClr val="bg1"/>
                  </a:solidFill>
                  <a:latin typeface="Calisto MT" panose="02040603050505030304" pitchFamily="18" charset="0"/>
                </a:rPr>
                <a:t>Gives User information </a:t>
              </a:r>
              <a:endParaRPr lang="en-IE" dirty="0">
                <a:solidFill>
                  <a:schemeClr val="bg1"/>
                </a:solidFill>
                <a:latin typeface="Calisto MT" panose="02040603050505030304" pitchFamily="18" charset="0"/>
              </a:endParaRPr>
            </a:p>
          </p:txBody>
        </p:sp>
        <p:cxnSp>
          <p:nvCxnSpPr>
            <p:cNvPr id="80" name="Straight Arrow Connector 79">
              <a:extLst>
                <a:ext uri="{FF2B5EF4-FFF2-40B4-BE49-F238E27FC236}">
                  <a16:creationId xmlns:a16="http://schemas.microsoft.com/office/drawing/2014/main" id="{97D48EA6-B268-847E-84FB-7AF48C4DA101}"/>
                </a:ext>
              </a:extLst>
            </p:cNvPr>
            <p:cNvCxnSpPr>
              <a:cxnSpLocks/>
            </p:cNvCxnSpPr>
            <p:nvPr/>
          </p:nvCxnSpPr>
          <p:spPr>
            <a:xfrm>
              <a:off x="15289614" y="9132161"/>
              <a:ext cx="0" cy="622992"/>
            </a:xfrm>
            <a:prstGeom prst="straightConnector1">
              <a:avLst/>
            </a:prstGeom>
            <a:ln w="571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09" name="TextBox 1108">
              <a:extLst>
                <a:ext uri="{FF2B5EF4-FFF2-40B4-BE49-F238E27FC236}">
                  <a16:creationId xmlns:a16="http://schemas.microsoft.com/office/drawing/2014/main" id="{C1465487-148F-F8BB-4279-BD2F59534BAC}"/>
                </a:ext>
              </a:extLst>
            </p:cNvPr>
            <p:cNvSpPr txBox="1"/>
            <p:nvPr/>
          </p:nvSpPr>
          <p:spPr>
            <a:xfrm>
              <a:off x="9585248" y="9114498"/>
              <a:ext cx="1855117" cy="646331"/>
            </a:xfrm>
            <a:prstGeom prst="rect">
              <a:avLst/>
            </a:prstGeom>
            <a:noFill/>
          </p:spPr>
          <p:txBody>
            <a:bodyPr wrap="square" rtlCol="0">
              <a:spAutoFit/>
            </a:bodyPr>
            <a:lstStyle/>
            <a:p>
              <a:pPr algn="ctr"/>
              <a:r>
                <a:rPr lang="en-GB" dirty="0">
                  <a:solidFill>
                    <a:schemeClr val="bg1"/>
                  </a:solidFill>
                  <a:latin typeface="Calisto MT" panose="02040603050505030304" pitchFamily="18" charset="0"/>
                </a:rPr>
                <a:t>Gives Clothing information </a:t>
              </a:r>
              <a:endParaRPr lang="en-IE" dirty="0">
                <a:solidFill>
                  <a:schemeClr val="bg1"/>
                </a:solidFill>
                <a:latin typeface="Calisto MT" panose="02040603050505030304" pitchFamily="18" charset="0"/>
              </a:endParaRPr>
            </a:p>
          </p:txBody>
        </p:sp>
        <p:sp>
          <p:nvSpPr>
            <p:cNvPr id="1132" name="Rectangle: Rounded Corners 1131">
              <a:extLst>
                <a:ext uri="{FF2B5EF4-FFF2-40B4-BE49-F238E27FC236}">
                  <a16:creationId xmlns:a16="http://schemas.microsoft.com/office/drawing/2014/main" id="{9AE421D8-5B3E-1744-A921-EFD116510972}"/>
                </a:ext>
              </a:extLst>
            </p:cNvPr>
            <p:cNvSpPr/>
            <p:nvPr/>
          </p:nvSpPr>
          <p:spPr>
            <a:xfrm>
              <a:off x="13291097" y="6674456"/>
              <a:ext cx="2143456" cy="1005815"/>
            </a:xfrm>
            <a:prstGeom prst="roundRect">
              <a:avLst/>
            </a:prstGeom>
            <a:solidFill>
              <a:schemeClr val="accent1">
                <a:lumMod val="20000"/>
                <a:lumOff val="80000"/>
              </a:schemeClr>
            </a:solidFill>
            <a:ln w="28575"/>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cxnSp>
          <p:nvCxnSpPr>
            <p:cNvPr id="1110" name="Straight Arrow Connector 1109">
              <a:extLst>
                <a:ext uri="{FF2B5EF4-FFF2-40B4-BE49-F238E27FC236}">
                  <a16:creationId xmlns:a16="http://schemas.microsoft.com/office/drawing/2014/main" id="{BB2200D3-FE4A-BBFF-12B8-8044151057AD}"/>
                </a:ext>
              </a:extLst>
            </p:cNvPr>
            <p:cNvCxnSpPr>
              <a:cxnSpLocks/>
            </p:cNvCxnSpPr>
            <p:nvPr/>
          </p:nvCxnSpPr>
          <p:spPr>
            <a:xfrm>
              <a:off x="11443158" y="9143769"/>
              <a:ext cx="0" cy="622992"/>
            </a:xfrm>
            <a:prstGeom prst="straightConnector1">
              <a:avLst/>
            </a:prstGeom>
            <a:ln w="571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12" name="Connector: Elbow 1111">
              <a:extLst>
                <a:ext uri="{FF2B5EF4-FFF2-40B4-BE49-F238E27FC236}">
                  <a16:creationId xmlns:a16="http://schemas.microsoft.com/office/drawing/2014/main" id="{D71E038B-7AC9-6C8B-4B5F-2C443078F2DE}"/>
                </a:ext>
              </a:extLst>
            </p:cNvPr>
            <p:cNvCxnSpPr>
              <a:cxnSpLocks/>
            </p:cNvCxnSpPr>
            <p:nvPr/>
          </p:nvCxnSpPr>
          <p:spPr>
            <a:xfrm rot="16200000" flipH="1">
              <a:off x="11691747" y="7918313"/>
              <a:ext cx="2167835" cy="1669549"/>
            </a:xfrm>
            <a:prstGeom prst="bentConnector3">
              <a:avLst>
                <a:gd name="adj1" fmla="val 66257"/>
              </a:avLst>
            </a:prstGeom>
            <a:ln w="57150">
              <a:solidFill>
                <a:schemeClr val="bg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31" name="TextBox 1130">
              <a:extLst>
                <a:ext uri="{FF2B5EF4-FFF2-40B4-BE49-F238E27FC236}">
                  <a16:creationId xmlns:a16="http://schemas.microsoft.com/office/drawing/2014/main" id="{FAF8E3A0-22E7-5045-4D0D-8244ED84DC95}"/>
                </a:ext>
              </a:extLst>
            </p:cNvPr>
            <p:cNvSpPr txBox="1"/>
            <p:nvPr/>
          </p:nvSpPr>
          <p:spPr>
            <a:xfrm>
              <a:off x="11564292" y="9100674"/>
              <a:ext cx="1949972" cy="646331"/>
            </a:xfrm>
            <a:prstGeom prst="rect">
              <a:avLst/>
            </a:prstGeom>
            <a:noFill/>
          </p:spPr>
          <p:txBody>
            <a:bodyPr wrap="square" rtlCol="0">
              <a:spAutoFit/>
            </a:bodyPr>
            <a:lstStyle/>
            <a:p>
              <a:pPr algn="ctr"/>
              <a:r>
                <a:rPr lang="en-GB" dirty="0">
                  <a:solidFill>
                    <a:schemeClr val="bg1"/>
                  </a:solidFill>
                  <a:latin typeface="Calisto MT" panose="02040603050505030304" pitchFamily="18" charset="0"/>
                </a:rPr>
                <a:t>Gives User Recommendation</a:t>
              </a:r>
              <a:endParaRPr lang="en-IE" dirty="0">
                <a:solidFill>
                  <a:schemeClr val="bg1"/>
                </a:solidFill>
                <a:latin typeface="Calisto MT" panose="02040603050505030304" pitchFamily="18" charset="0"/>
              </a:endParaRPr>
            </a:p>
          </p:txBody>
        </p:sp>
        <p:sp>
          <p:nvSpPr>
            <p:cNvPr id="97" name="TextBox 96">
              <a:extLst>
                <a:ext uri="{FF2B5EF4-FFF2-40B4-BE49-F238E27FC236}">
                  <a16:creationId xmlns:a16="http://schemas.microsoft.com/office/drawing/2014/main" id="{B91DE3C9-6969-279B-5D16-EB0632882316}"/>
                </a:ext>
              </a:extLst>
            </p:cNvPr>
            <p:cNvSpPr txBox="1"/>
            <p:nvPr/>
          </p:nvSpPr>
          <p:spPr>
            <a:xfrm>
              <a:off x="13185907" y="6823696"/>
              <a:ext cx="2344332" cy="707886"/>
            </a:xfrm>
            <a:prstGeom prst="rect">
              <a:avLst/>
            </a:prstGeom>
            <a:noFill/>
          </p:spPr>
          <p:txBody>
            <a:bodyPr wrap="square" rtlCol="0">
              <a:spAutoFit/>
            </a:bodyPr>
            <a:lstStyle/>
            <a:p>
              <a:pPr algn="ctr"/>
              <a:r>
                <a:rPr lang="en-GB" sz="2000" dirty="0">
                  <a:solidFill>
                    <a:schemeClr val="accent4">
                      <a:lumMod val="50000"/>
                    </a:schemeClr>
                  </a:solidFill>
                  <a:latin typeface="Calisto MT" panose="02040603050505030304" pitchFamily="18" charset="0"/>
                </a:rPr>
                <a:t>Machine Learning Node-Group</a:t>
              </a:r>
              <a:endParaRPr lang="en-IE" sz="2000" dirty="0">
                <a:solidFill>
                  <a:schemeClr val="accent4">
                    <a:lumMod val="50000"/>
                  </a:schemeClr>
                </a:solidFill>
                <a:latin typeface="Calisto MT" panose="02040603050505030304" pitchFamily="18" charset="0"/>
              </a:endParaRPr>
            </a:p>
          </p:txBody>
        </p:sp>
      </p:grpSp>
      <p:cxnSp>
        <p:nvCxnSpPr>
          <p:cNvPr id="1144" name="Straight Connector 1143">
            <a:extLst>
              <a:ext uri="{FF2B5EF4-FFF2-40B4-BE49-F238E27FC236}">
                <a16:creationId xmlns:a16="http://schemas.microsoft.com/office/drawing/2014/main" id="{31E06418-7CD0-8864-90B1-C8AF5B3AE3D9}"/>
              </a:ext>
            </a:extLst>
          </p:cNvPr>
          <p:cNvCxnSpPr>
            <a:cxnSpLocks/>
          </p:cNvCxnSpPr>
          <p:nvPr/>
        </p:nvCxnSpPr>
        <p:spPr>
          <a:xfrm>
            <a:off x="15394174" y="8470090"/>
            <a:ext cx="963743" cy="5176331"/>
          </a:xfrm>
          <a:prstGeom prst="line">
            <a:avLst/>
          </a:prstGeom>
          <a:ln>
            <a:solidFill>
              <a:schemeClr val="tx2"/>
            </a:solidFill>
            <a:prstDash val="dash"/>
          </a:ln>
        </p:spPr>
        <p:style>
          <a:lnRef idx="2">
            <a:schemeClr val="accent1"/>
          </a:lnRef>
          <a:fillRef idx="0">
            <a:schemeClr val="accent1"/>
          </a:fillRef>
          <a:effectRef idx="1">
            <a:schemeClr val="accent1"/>
          </a:effectRef>
          <a:fontRef idx="minor">
            <a:schemeClr val="tx1"/>
          </a:fontRef>
        </p:style>
      </p:cxnSp>
      <p:cxnSp>
        <p:nvCxnSpPr>
          <p:cNvPr id="1146" name="Straight Connector 1145">
            <a:extLst>
              <a:ext uri="{FF2B5EF4-FFF2-40B4-BE49-F238E27FC236}">
                <a16:creationId xmlns:a16="http://schemas.microsoft.com/office/drawing/2014/main" id="{8CC43317-8260-8545-E9D2-2FB7CAFA1595}"/>
              </a:ext>
            </a:extLst>
          </p:cNvPr>
          <p:cNvCxnSpPr>
            <a:cxnSpLocks/>
          </p:cNvCxnSpPr>
          <p:nvPr/>
        </p:nvCxnSpPr>
        <p:spPr>
          <a:xfrm>
            <a:off x="15461308" y="7520447"/>
            <a:ext cx="918606" cy="2539483"/>
          </a:xfrm>
          <a:prstGeom prst="line">
            <a:avLst/>
          </a:prstGeom>
          <a:ln>
            <a:solidFill>
              <a:schemeClr val="tx2"/>
            </a:solidFill>
            <a:prstDash val="dash"/>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21367855-829E-8595-CBB9-0F6BAF73152B}"/>
              </a:ext>
            </a:extLst>
          </p:cNvPr>
          <p:cNvSpPr/>
          <p:nvPr/>
        </p:nvSpPr>
        <p:spPr>
          <a:xfrm>
            <a:off x="17238420" y="7630520"/>
            <a:ext cx="3406518" cy="1674067"/>
          </a:xfrm>
          <a:prstGeom prst="roundRect">
            <a:avLst/>
          </a:prstGeom>
          <a:solidFill>
            <a:srgbClr val="FAB4B4"/>
          </a:solidFill>
          <a:ln w="28575">
            <a:solidFill>
              <a:srgbClr val="F22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35" name="TextBox 34">
            <a:extLst>
              <a:ext uri="{FF2B5EF4-FFF2-40B4-BE49-F238E27FC236}">
                <a16:creationId xmlns:a16="http://schemas.microsoft.com/office/drawing/2014/main" id="{E3814DBA-CE2F-A443-B335-A5023428BC9C}"/>
              </a:ext>
            </a:extLst>
          </p:cNvPr>
          <p:cNvSpPr txBox="1"/>
          <p:nvPr/>
        </p:nvSpPr>
        <p:spPr>
          <a:xfrm>
            <a:off x="18652478" y="8281885"/>
            <a:ext cx="1714550" cy="830997"/>
          </a:xfrm>
          <a:prstGeom prst="rect">
            <a:avLst/>
          </a:prstGeom>
          <a:noFill/>
        </p:spPr>
        <p:txBody>
          <a:bodyPr wrap="square" rtlCol="0">
            <a:spAutoFit/>
          </a:bodyPr>
          <a:lstStyle/>
          <a:p>
            <a:pPr algn="ctr"/>
            <a:r>
              <a:rPr lang="en-US" sz="2400" dirty="0">
                <a:solidFill>
                  <a:srgbClr val="F22A2A"/>
                </a:solidFill>
                <a:latin typeface="Calisto MT" panose="02040603050505030304" pitchFamily="18" charset="0"/>
              </a:rPr>
              <a:t>Image generation</a:t>
            </a:r>
            <a:endParaRPr lang="en-GB" sz="2400" dirty="0">
              <a:solidFill>
                <a:srgbClr val="F22A2A"/>
              </a:solidFill>
              <a:latin typeface="Calisto MT" panose="02040603050505030304" pitchFamily="18" charset="0"/>
            </a:endParaRPr>
          </a:p>
        </p:txBody>
      </p:sp>
      <p:pic>
        <p:nvPicPr>
          <p:cNvPr id="37" name="Picture 6" descr="Gemini Logo PNG (Free Download)">
            <a:extLst>
              <a:ext uri="{FF2B5EF4-FFF2-40B4-BE49-F238E27FC236}">
                <a16:creationId xmlns:a16="http://schemas.microsoft.com/office/drawing/2014/main" id="{0EDB3A5C-596A-880E-38F8-482FD83FDB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93523" y="7281303"/>
            <a:ext cx="1542303" cy="1542303"/>
          </a:xfrm>
          <a:prstGeom prst="rect">
            <a:avLst/>
          </a:prstGeom>
          <a:noFill/>
          <a:extLst>
            <a:ext uri="{909E8E84-426E-40DD-AFC4-6F175D3DCCD1}">
              <a14:hiddenFill xmlns:a14="http://schemas.microsoft.com/office/drawing/2010/main">
                <a:solidFill>
                  <a:srgbClr val="FFFFFF"/>
                </a:solidFill>
              </a14:hiddenFill>
            </a:ext>
          </a:extLst>
        </p:spPr>
      </p:pic>
      <p:pic>
        <p:nvPicPr>
          <p:cNvPr id="36" name="Graphic 35" descr="Image outline">
            <a:extLst>
              <a:ext uri="{FF2B5EF4-FFF2-40B4-BE49-F238E27FC236}">
                <a16:creationId xmlns:a16="http://schemas.microsoft.com/office/drawing/2014/main" id="{61917C96-9654-5FA2-9D9E-BD2583AEAD36}"/>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7260417" y="7810142"/>
            <a:ext cx="1257302" cy="1257302"/>
          </a:xfrm>
          <a:prstGeom prst="rect">
            <a:avLst/>
          </a:prstGeom>
        </p:spPr>
      </p:pic>
      <p:grpSp>
        <p:nvGrpSpPr>
          <p:cNvPr id="69" name="Group 68">
            <a:extLst>
              <a:ext uri="{FF2B5EF4-FFF2-40B4-BE49-F238E27FC236}">
                <a16:creationId xmlns:a16="http://schemas.microsoft.com/office/drawing/2014/main" id="{E6D83D7A-6923-DDB1-F5D7-25E2C6CAD8F6}"/>
              </a:ext>
            </a:extLst>
          </p:cNvPr>
          <p:cNvGrpSpPr/>
          <p:nvPr/>
        </p:nvGrpSpPr>
        <p:grpSpPr>
          <a:xfrm>
            <a:off x="9351196" y="10059930"/>
            <a:ext cx="6110112" cy="3170877"/>
            <a:chOff x="9117099" y="10059437"/>
            <a:chExt cx="6110112" cy="3170877"/>
          </a:xfrm>
        </p:grpSpPr>
        <p:sp>
          <p:nvSpPr>
            <p:cNvPr id="4" name="Rectangle: Rounded Corners 3">
              <a:extLst>
                <a:ext uri="{FF2B5EF4-FFF2-40B4-BE49-F238E27FC236}">
                  <a16:creationId xmlns:a16="http://schemas.microsoft.com/office/drawing/2014/main" id="{D751B4F1-915E-7139-CD09-90DE5F8AA5EE}"/>
                </a:ext>
              </a:extLst>
            </p:cNvPr>
            <p:cNvSpPr/>
            <p:nvPr/>
          </p:nvSpPr>
          <p:spPr>
            <a:xfrm>
              <a:off x="12952838" y="11634324"/>
              <a:ext cx="2274373" cy="1589615"/>
            </a:xfrm>
            <a:prstGeom prst="roundRect">
              <a:avLst/>
            </a:prstGeom>
            <a:solidFill>
              <a:schemeClr val="bg2">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9" name="Picture 8" descr="A blue and black symbol&#10;&#10;AI-generated content may be incorrect.">
              <a:extLst>
                <a:ext uri="{FF2B5EF4-FFF2-40B4-BE49-F238E27FC236}">
                  <a16:creationId xmlns:a16="http://schemas.microsoft.com/office/drawing/2014/main" id="{2462C839-7DE6-B4A9-DB09-B1485B5322BF}"/>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4416424" y="11925127"/>
              <a:ext cx="679502" cy="586316"/>
            </a:xfrm>
            <a:prstGeom prst="rect">
              <a:avLst/>
            </a:prstGeom>
          </p:spPr>
        </p:pic>
        <p:pic>
          <p:nvPicPr>
            <p:cNvPr id="10" name="Graphic 9" descr="User with solid fill">
              <a:extLst>
                <a:ext uri="{FF2B5EF4-FFF2-40B4-BE49-F238E27FC236}">
                  <a16:creationId xmlns:a16="http://schemas.microsoft.com/office/drawing/2014/main" id="{B27EB128-5BB7-34A1-F68F-D9A5370FEEC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117099" y="11347379"/>
              <a:ext cx="1352617" cy="1352617"/>
            </a:xfrm>
            <a:prstGeom prst="rect">
              <a:avLst/>
            </a:prstGeom>
          </p:spPr>
        </p:pic>
        <p:sp>
          <p:nvSpPr>
            <p:cNvPr id="11" name="TextBox 10">
              <a:extLst>
                <a:ext uri="{FF2B5EF4-FFF2-40B4-BE49-F238E27FC236}">
                  <a16:creationId xmlns:a16="http://schemas.microsoft.com/office/drawing/2014/main" id="{E71A3519-7AD5-B5F8-66DF-E65BF9EB449B}"/>
                </a:ext>
              </a:extLst>
            </p:cNvPr>
            <p:cNvSpPr txBox="1"/>
            <p:nvPr/>
          </p:nvSpPr>
          <p:spPr>
            <a:xfrm>
              <a:off x="9739917" y="12601136"/>
              <a:ext cx="1438233" cy="523220"/>
            </a:xfrm>
            <a:prstGeom prst="rect">
              <a:avLst/>
            </a:prstGeom>
            <a:noFill/>
          </p:spPr>
          <p:txBody>
            <a:bodyPr wrap="square" rtlCol="0">
              <a:spAutoFit/>
            </a:bodyPr>
            <a:lstStyle/>
            <a:p>
              <a:pPr algn="ctr"/>
              <a:r>
                <a:rPr lang="en-GB" sz="2800" dirty="0">
                  <a:solidFill>
                    <a:srgbClr val="CC0099"/>
                  </a:solidFill>
                  <a:latin typeface="Calisto MT" panose="02040603050505030304" pitchFamily="18" charset="0"/>
                </a:rPr>
                <a:t>User</a:t>
              </a:r>
              <a:endParaRPr lang="en-IE" sz="2800" dirty="0">
                <a:solidFill>
                  <a:srgbClr val="CC0099"/>
                </a:solidFill>
                <a:latin typeface="Calisto MT" panose="02040603050505030304" pitchFamily="18" charset="0"/>
              </a:endParaRPr>
            </a:p>
          </p:txBody>
        </p:sp>
        <p:pic>
          <p:nvPicPr>
            <p:cNvPr id="12" name="Picture 11">
              <a:extLst>
                <a:ext uri="{FF2B5EF4-FFF2-40B4-BE49-F238E27FC236}">
                  <a16:creationId xmlns:a16="http://schemas.microsoft.com/office/drawing/2014/main" id="{8C668FF9-61DD-E28E-1CE9-FF07D2D25672}"/>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556" r="98889">
                          <a14:foregroundMark x1="13889" y1="54444" x2="13889" y2="54444"/>
                          <a14:foregroundMark x1="13889" y1="54444" x2="9167" y2="57222"/>
                          <a14:foregroundMark x1="6389" y1="56111" x2="833" y2="58611"/>
                          <a14:foregroundMark x1="28056" y1="42222" x2="35833" y2="52778"/>
                          <a14:foregroundMark x1="45278" y1="50278" x2="55278" y2="51389"/>
                          <a14:foregroundMark x1="61944" y1="51944" x2="60000" y2="48611"/>
                          <a14:foregroundMark x1="70278" y1="49167" x2="69722" y2="54444"/>
                          <a14:foregroundMark x1="83611" y1="50278" x2="87222" y2="50278"/>
                          <a14:foregroundMark x1="98889" y1="45000" x2="98889" y2="52222"/>
                          <a14:foregroundMark x1="93333" y1="50556" x2="93333" y2="50556"/>
                          <a14:foregroundMark x1="9444" y1="56389" x2="7778" y2="57500"/>
                        </a14:backgroundRemoval>
                      </a14:imgEffect>
                    </a14:imgLayer>
                  </a14:imgProps>
                </a:ext>
                <a:ext uri="{28A0092B-C50C-407E-A947-70E740481C1C}">
                  <a14:useLocalDpi xmlns:a14="http://schemas.microsoft.com/office/drawing/2010/main" val="0"/>
                </a:ext>
              </a:extLst>
            </a:blip>
            <a:stretch>
              <a:fillRect/>
            </a:stretch>
          </p:blipFill>
          <p:spPr>
            <a:xfrm>
              <a:off x="13100272" y="11633926"/>
              <a:ext cx="1168718" cy="1168718"/>
            </a:xfrm>
            <a:prstGeom prst="rect">
              <a:avLst/>
            </a:prstGeom>
          </p:spPr>
        </p:pic>
        <p:cxnSp>
          <p:nvCxnSpPr>
            <p:cNvPr id="51" name="Straight Arrow Connector 50">
              <a:extLst>
                <a:ext uri="{FF2B5EF4-FFF2-40B4-BE49-F238E27FC236}">
                  <a16:creationId xmlns:a16="http://schemas.microsoft.com/office/drawing/2014/main" id="{163BE0B7-0C96-FC31-6F29-1ACAB11E52FC}"/>
                </a:ext>
              </a:extLst>
            </p:cNvPr>
            <p:cNvCxnSpPr>
              <a:cxnSpLocks/>
            </p:cNvCxnSpPr>
            <p:nvPr/>
          </p:nvCxnSpPr>
          <p:spPr>
            <a:xfrm>
              <a:off x="11525946" y="12229188"/>
              <a:ext cx="1312106" cy="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E34E4107-43C2-9D7B-BE9C-7F319E155F05}"/>
                </a:ext>
              </a:extLst>
            </p:cNvPr>
            <p:cNvCxnSpPr>
              <a:cxnSpLocks/>
            </p:cNvCxnSpPr>
            <p:nvPr/>
          </p:nvCxnSpPr>
          <p:spPr>
            <a:xfrm flipV="1">
              <a:off x="14093764" y="10059437"/>
              <a:ext cx="0" cy="1518234"/>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3" name="TextBox 52">
              <a:extLst>
                <a:ext uri="{FF2B5EF4-FFF2-40B4-BE49-F238E27FC236}">
                  <a16:creationId xmlns:a16="http://schemas.microsoft.com/office/drawing/2014/main" id="{D0512442-C873-BE44-EBC1-0F33607E6FBA}"/>
                </a:ext>
              </a:extLst>
            </p:cNvPr>
            <p:cNvSpPr txBox="1"/>
            <p:nvPr/>
          </p:nvSpPr>
          <p:spPr>
            <a:xfrm>
              <a:off x="11326297" y="11347379"/>
              <a:ext cx="1747320" cy="830997"/>
            </a:xfrm>
            <a:prstGeom prst="rect">
              <a:avLst/>
            </a:prstGeom>
            <a:noFill/>
          </p:spPr>
          <p:txBody>
            <a:bodyPr wrap="square" rtlCol="0">
              <a:spAutoFit/>
            </a:bodyPr>
            <a:lstStyle/>
            <a:p>
              <a:pPr algn="ctr"/>
              <a:r>
                <a:rPr lang="en-US" sz="2400" dirty="0">
                  <a:solidFill>
                    <a:srgbClr val="CC0099"/>
                  </a:solidFill>
                  <a:latin typeface="Calisto MT" panose="02040603050505030304" pitchFamily="18" charset="0"/>
                </a:rPr>
                <a:t>User connects</a:t>
              </a:r>
              <a:endParaRPr lang="en-IE" sz="2400" dirty="0">
                <a:solidFill>
                  <a:srgbClr val="CC0099"/>
                </a:solidFill>
                <a:latin typeface="Calisto MT" panose="02040603050505030304" pitchFamily="18" charset="0"/>
              </a:endParaRPr>
            </a:p>
          </p:txBody>
        </p:sp>
        <p:sp>
          <p:nvSpPr>
            <p:cNvPr id="54" name="TextBox 53">
              <a:extLst>
                <a:ext uri="{FF2B5EF4-FFF2-40B4-BE49-F238E27FC236}">
                  <a16:creationId xmlns:a16="http://schemas.microsoft.com/office/drawing/2014/main" id="{91129143-D100-78FC-F35C-1575F02E48E3}"/>
                </a:ext>
              </a:extLst>
            </p:cNvPr>
            <p:cNvSpPr txBox="1"/>
            <p:nvPr/>
          </p:nvSpPr>
          <p:spPr>
            <a:xfrm>
              <a:off x="12226334" y="10626020"/>
              <a:ext cx="1811460" cy="830997"/>
            </a:xfrm>
            <a:prstGeom prst="rect">
              <a:avLst/>
            </a:prstGeom>
            <a:noFill/>
          </p:spPr>
          <p:txBody>
            <a:bodyPr wrap="square" rtlCol="0">
              <a:spAutoFit/>
            </a:bodyPr>
            <a:lstStyle/>
            <a:p>
              <a:pPr algn="ctr"/>
              <a:r>
                <a:rPr lang="en-US" sz="2400" dirty="0">
                  <a:solidFill>
                    <a:srgbClr val="CC0099"/>
                  </a:solidFill>
                  <a:latin typeface="Calisto MT" panose="02040603050505030304" pitchFamily="18" charset="0"/>
                </a:rPr>
                <a:t>HTTP request</a:t>
              </a:r>
              <a:endParaRPr lang="en-IE" sz="2400" dirty="0">
                <a:solidFill>
                  <a:srgbClr val="CC0099"/>
                </a:solidFill>
                <a:latin typeface="Calisto MT" panose="02040603050505030304" pitchFamily="18" charset="0"/>
              </a:endParaRPr>
            </a:p>
          </p:txBody>
        </p:sp>
        <p:sp>
          <p:nvSpPr>
            <p:cNvPr id="55" name="TextBox 54">
              <a:extLst>
                <a:ext uri="{FF2B5EF4-FFF2-40B4-BE49-F238E27FC236}">
                  <a16:creationId xmlns:a16="http://schemas.microsoft.com/office/drawing/2014/main" id="{90E24C3D-1F5B-2B33-A853-470B61AB327B}"/>
                </a:ext>
              </a:extLst>
            </p:cNvPr>
            <p:cNvSpPr txBox="1"/>
            <p:nvPr/>
          </p:nvSpPr>
          <p:spPr>
            <a:xfrm>
              <a:off x="12960221" y="12522428"/>
              <a:ext cx="2259606" cy="707886"/>
            </a:xfrm>
            <a:prstGeom prst="rect">
              <a:avLst/>
            </a:prstGeom>
            <a:noFill/>
          </p:spPr>
          <p:txBody>
            <a:bodyPr wrap="square" rtlCol="0">
              <a:spAutoFit/>
            </a:bodyPr>
            <a:lstStyle/>
            <a:p>
              <a:pPr algn="ctr"/>
              <a:r>
                <a:rPr lang="en-US" sz="2000" dirty="0">
                  <a:latin typeface="Calisto MT" panose="02040603050505030304" pitchFamily="18" charset="0"/>
                </a:rPr>
                <a:t>React frontend in CDN</a:t>
              </a:r>
              <a:endParaRPr lang="en-IE" sz="2000" dirty="0">
                <a:latin typeface="Calisto MT" panose="02040603050505030304" pitchFamily="18" charset="0"/>
              </a:endParaRPr>
            </a:p>
          </p:txBody>
        </p:sp>
        <p:cxnSp>
          <p:nvCxnSpPr>
            <p:cNvPr id="56" name="Straight Arrow Connector 55">
              <a:extLst>
                <a:ext uri="{FF2B5EF4-FFF2-40B4-BE49-F238E27FC236}">
                  <a16:creationId xmlns:a16="http://schemas.microsoft.com/office/drawing/2014/main" id="{6AF73E68-3F91-8763-F35F-09D831A23A29}"/>
                </a:ext>
              </a:extLst>
            </p:cNvPr>
            <p:cNvCxnSpPr>
              <a:cxnSpLocks/>
            </p:cNvCxnSpPr>
            <p:nvPr/>
          </p:nvCxnSpPr>
          <p:spPr>
            <a:xfrm flipH="1">
              <a:off x="11524415" y="12471019"/>
              <a:ext cx="1238604" cy="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48" name="Graphic 47" descr="Computer with solid fill">
              <a:extLst>
                <a:ext uri="{FF2B5EF4-FFF2-40B4-BE49-F238E27FC236}">
                  <a16:creationId xmlns:a16="http://schemas.microsoft.com/office/drawing/2014/main" id="{6E4DB3AF-7914-1BD7-C0C3-83A5C019106E}"/>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0302020" y="11555750"/>
              <a:ext cx="1179997" cy="1179997"/>
            </a:xfrm>
            <a:prstGeom prst="rect">
              <a:avLst/>
            </a:prstGeom>
          </p:spPr>
        </p:pic>
        <p:cxnSp>
          <p:nvCxnSpPr>
            <p:cNvPr id="57" name="Straight Arrow Connector 56">
              <a:extLst>
                <a:ext uri="{FF2B5EF4-FFF2-40B4-BE49-F238E27FC236}">
                  <a16:creationId xmlns:a16="http://schemas.microsoft.com/office/drawing/2014/main" id="{6001FE14-25E3-E961-3780-4FD54D75B20B}"/>
                </a:ext>
              </a:extLst>
            </p:cNvPr>
            <p:cNvCxnSpPr>
              <a:cxnSpLocks/>
            </p:cNvCxnSpPr>
            <p:nvPr/>
          </p:nvCxnSpPr>
          <p:spPr>
            <a:xfrm flipH="1">
              <a:off x="14416424" y="10059437"/>
              <a:ext cx="5368" cy="1518234"/>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64" name="TextBox 63">
            <a:extLst>
              <a:ext uri="{FF2B5EF4-FFF2-40B4-BE49-F238E27FC236}">
                <a16:creationId xmlns:a16="http://schemas.microsoft.com/office/drawing/2014/main" id="{C8BF907E-5828-B810-59F7-FCEC9EC8D96C}"/>
              </a:ext>
            </a:extLst>
          </p:cNvPr>
          <p:cNvSpPr txBox="1"/>
          <p:nvPr/>
        </p:nvSpPr>
        <p:spPr>
          <a:xfrm>
            <a:off x="15673610" y="8582498"/>
            <a:ext cx="1637845" cy="707886"/>
          </a:xfrm>
          <a:prstGeom prst="rect">
            <a:avLst/>
          </a:prstGeom>
          <a:noFill/>
        </p:spPr>
        <p:txBody>
          <a:bodyPr wrap="square" rtlCol="0">
            <a:spAutoFit/>
          </a:bodyPr>
          <a:lstStyle/>
          <a:p>
            <a:pPr algn="ctr"/>
            <a:r>
              <a:rPr lang="en-US" sz="2000" dirty="0">
                <a:solidFill>
                  <a:srgbClr val="CC0099"/>
                </a:solidFill>
                <a:latin typeface="Calisto MT" panose="02040603050505030304" pitchFamily="18" charset="0"/>
              </a:rPr>
              <a:t>Return Image</a:t>
            </a:r>
            <a:endParaRPr lang="en-IE" sz="2000" dirty="0">
              <a:solidFill>
                <a:srgbClr val="CC0099"/>
              </a:solidFill>
              <a:latin typeface="Calisto MT" panose="02040603050505030304" pitchFamily="18" charset="0"/>
            </a:endParaRPr>
          </a:p>
        </p:txBody>
      </p:sp>
      <p:sp>
        <p:nvSpPr>
          <p:cNvPr id="65" name="TextBox 64">
            <a:extLst>
              <a:ext uri="{FF2B5EF4-FFF2-40B4-BE49-F238E27FC236}">
                <a16:creationId xmlns:a16="http://schemas.microsoft.com/office/drawing/2014/main" id="{417F5B82-19CD-0FF5-1EEE-113FE00069DC}"/>
              </a:ext>
            </a:extLst>
          </p:cNvPr>
          <p:cNvSpPr txBox="1"/>
          <p:nvPr/>
        </p:nvSpPr>
        <p:spPr>
          <a:xfrm>
            <a:off x="15624270" y="7573999"/>
            <a:ext cx="1637845" cy="707886"/>
          </a:xfrm>
          <a:prstGeom prst="rect">
            <a:avLst/>
          </a:prstGeom>
          <a:noFill/>
        </p:spPr>
        <p:txBody>
          <a:bodyPr wrap="square" rtlCol="0">
            <a:spAutoFit/>
          </a:bodyPr>
          <a:lstStyle/>
          <a:p>
            <a:pPr algn="ctr"/>
            <a:r>
              <a:rPr lang="en-US" sz="2000" dirty="0">
                <a:solidFill>
                  <a:srgbClr val="CC0099"/>
                </a:solidFill>
                <a:latin typeface="Calisto MT" panose="02040603050505030304" pitchFamily="18" charset="0"/>
              </a:rPr>
              <a:t>Give images and prompt</a:t>
            </a:r>
            <a:endParaRPr lang="en-IE" sz="2000" dirty="0">
              <a:solidFill>
                <a:srgbClr val="CC0099"/>
              </a:solidFill>
              <a:latin typeface="Calisto MT" panose="02040603050505030304" pitchFamily="18" charset="0"/>
            </a:endParaRPr>
          </a:p>
        </p:txBody>
      </p:sp>
      <p:cxnSp>
        <p:nvCxnSpPr>
          <p:cNvPr id="61" name="Straight Arrow Connector 60">
            <a:extLst>
              <a:ext uri="{FF2B5EF4-FFF2-40B4-BE49-F238E27FC236}">
                <a16:creationId xmlns:a16="http://schemas.microsoft.com/office/drawing/2014/main" id="{FE3BA701-301E-49EC-EA70-60C3FF98F2E8}"/>
              </a:ext>
            </a:extLst>
          </p:cNvPr>
          <p:cNvCxnSpPr>
            <a:cxnSpLocks/>
          </p:cNvCxnSpPr>
          <p:nvPr/>
        </p:nvCxnSpPr>
        <p:spPr>
          <a:xfrm>
            <a:off x="15787200" y="8328303"/>
            <a:ext cx="1410666" cy="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91" name="Picture 90">
            <a:extLst>
              <a:ext uri="{FF2B5EF4-FFF2-40B4-BE49-F238E27FC236}">
                <a16:creationId xmlns:a16="http://schemas.microsoft.com/office/drawing/2014/main" id="{05AECFD0-613D-0099-29D5-D5ABB06747E1}"/>
              </a:ext>
            </a:extLst>
          </p:cNvPr>
          <p:cNvPicPr>
            <a:picLocks noChangeAspect="1"/>
          </p:cNvPicPr>
          <p:nvPr/>
        </p:nvPicPr>
        <p:blipFill>
          <a:blip r:embed="rId27"/>
          <a:stretch>
            <a:fillRect/>
          </a:stretch>
        </p:blipFill>
        <p:spPr>
          <a:xfrm>
            <a:off x="23165813" y="17156294"/>
            <a:ext cx="1836260" cy="2924024"/>
          </a:xfrm>
          <a:prstGeom prst="roundRect">
            <a:avLst>
              <a:gd name="adj" fmla="val 33591"/>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2" name="Rectangle: Rounded Corners 31">
            <a:extLst>
              <a:ext uri="{FF2B5EF4-FFF2-40B4-BE49-F238E27FC236}">
                <a16:creationId xmlns:a16="http://schemas.microsoft.com/office/drawing/2014/main" id="{BBE3F9DA-A20C-F688-638D-5745D2FA259A}"/>
              </a:ext>
            </a:extLst>
          </p:cNvPr>
          <p:cNvSpPr/>
          <p:nvPr/>
        </p:nvSpPr>
        <p:spPr>
          <a:xfrm>
            <a:off x="502082" y="12853186"/>
            <a:ext cx="7445462" cy="7796025"/>
          </a:xfrm>
          <a:prstGeom prst="roundRect">
            <a:avLst>
              <a:gd name="adj" fmla="val 14908"/>
            </a:avLst>
          </a:prstGeom>
          <a:solidFill>
            <a:srgbClr val="F5E0F5"/>
          </a:solidFill>
          <a:ln w="76200">
            <a:solidFill>
              <a:srgbClr val="C47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TextBox 40">
            <a:extLst>
              <a:ext uri="{FF2B5EF4-FFF2-40B4-BE49-F238E27FC236}">
                <a16:creationId xmlns:a16="http://schemas.microsoft.com/office/drawing/2014/main" id="{F4FC5E95-9243-D660-F67D-5154C04BDC51}"/>
              </a:ext>
            </a:extLst>
          </p:cNvPr>
          <p:cNvSpPr txBox="1"/>
          <p:nvPr/>
        </p:nvSpPr>
        <p:spPr>
          <a:xfrm>
            <a:off x="502082" y="11929856"/>
            <a:ext cx="7445462" cy="923330"/>
          </a:xfrm>
          <a:prstGeom prst="rect">
            <a:avLst/>
          </a:prstGeom>
          <a:noFill/>
        </p:spPr>
        <p:txBody>
          <a:bodyPr wrap="square" rtlCol="0">
            <a:spAutoFit/>
          </a:bodyPr>
          <a:lstStyle/>
          <a:p>
            <a:pPr algn="ctr"/>
            <a:r>
              <a:rPr lang="en-US" sz="5400" dirty="0">
                <a:solidFill>
                  <a:srgbClr val="CC0099"/>
                </a:solidFill>
                <a:latin typeface="Calisto MT" panose="02040603050505030304" pitchFamily="18" charset="0"/>
              </a:rPr>
              <a:t>What are Kubernetes?</a:t>
            </a:r>
            <a:endParaRPr lang="en-GB" sz="5400" dirty="0">
              <a:solidFill>
                <a:srgbClr val="CC0099"/>
              </a:solidFill>
              <a:latin typeface="Calisto MT" panose="02040603050505030304" pitchFamily="18" charset="0"/>
            </a:endParaRPr>
          </a:p>
        </p:txBody>
      </p:sp>
      <p:pic>
        <p:nvPicPr>
          <p:cNvPr id="44" name="Picture 43">
            <a:extLst>
              <a:ext uri="{FF2B5EF4-FFF2-40B4-BE49-F238E27FC236}">
                <a16:creationId xmlns:a16="http://schemas.microsoft.com/office/drawing/2014/main" id="{564F8ABB-188E-7302-F4C8-EFC315DFE113}"/>
              </a:ext>
            </a:extLst>
          </p:cNvPr>
          <p:cNvPicPr>
            <a:picLocks noChangeAspect="1"/>
          </p:cNvPicPr>
          <p:nvPr/>
        </p:nvPicPr>
        <p:blipFill>
          <a:blip r:embed="rId28"/>
          <a:stretch>
            <a:fillRect/>
          </a:stretch>
        </p:blipFill>
        <p:spPr>
          <a:xfrm>
            <a:off x="22952666" y="10058473"/>
            <a:ext cx="3768220" cy="2010745"/>
          </a:xfrm>
          <a:prstGeom prst="rect">
            <a:avLst/>
          </a:prstGeom>
        </p:spPr>
      </p:pic>
      <p:sp>
        <p:nvSpPr>
          <p:cNvPr id="47" name="TextBox 46">
            <a:extLst>
              <a:ext uri="{FF2B5EF4-FFF2-40B4-BE49-F238E27FC236}">
                <a16:creationId xmlns:a16="http://schemas.microsoft.com/office/drawing/2014/main" id="{2F69641F-74E8-F5C0-6708-2116A67C4E5D}"/>
              </a:ext>
            </a:extLst>
          </p:cNvPr>
          <p:cNvSpPr txBox="1"/>
          <p:nvPr/>
        </p:nvSpPr>
        <p:spPr>
          <a:xfrm>
            <a:off x="26785804" y="10402800"/>
            <a:ext cx="2910978" cy="1426096"/>
          </a:xfrm>
          <a:prstGeom prst="rect">
            <a:avLst/>
          </a:prstGeom>
          <a:noFill/>
        </p:spPr>
        <p:txBody>
          <a:bodyPr wrap="square" rtlCol="0">
            <a:spAutoFit/>
          </a:bodyPr>
          <a:lstStyle/>
          <a:p>
            <a:pPr algn="ctr">
              <a:lnSpc>
                <a:spcPts val="3500"/>
              </a:lnSpc>
            </a:pPr>
            <a:r>
              <a:rPr lang="en-US" sz="2800" dirty="0"/>
              <a:t>The user enters the website and signs up</a:t>
            </a:r>
          </a:p>
        </p:txBody>
      </p:sp>
      <p:sp>
        <p:nvSpPr>
          <p:cNvPr id="68" name="TextBox 67">
            <a:extLst>
              <a:ext uri="{FF2B5EF4-FFF2-40B4-BE49-F238E27FC236}">
                <a16:creationId xmlns:a16="http://schemas.microsoft.com/office/drawing/2014/main" id="{8F417AA1-2D6F-FAAC-635C-FFEFBFAB3269}"/>
              </a:ext>
            </a:extLst>
          </p:cNvPr>
          <p:cNvSpPr txBox="1"/>
          <p:nvPr/>
        </p:nvSpPr>
        <p:spPr>
          <a:xfrm>
            <a:off x="910093" y="13182373"/>
            <a:ext cx="7193367" cy="7261027"/>
          </a:xfrm>
          <a:prstGeom prst="rect">
            <a:avLst/>
          </a:prstGeom>
          <a:noFill/>
        </p:spPr>
        <p:txBody>
          <a:bodyPr wrap="square" rtlCol="0">
            <a:spAutoFit/>
          </a:bodyPr>
          <a:lstStyle/>
          <a:p>
            <a:pPr>
              <a:lnSpc>
                <a:spcPts val="3500"/>
              </a:lnSpc>
            </a:pPr>
            <a:r>
              <a:rPr lang="en-GB" sz="2800" dirty="0"/>
              <a:t>Kubernetes is a container orchestration platform that automatically manages and runs containerised applications across clusters of machines.</a:t>
            </a:r>
          </a:p>
          <a:p>
            <a:pPr>
              <a:lnSpc>
                <a:spcPts val="3500"/>
              </a:lnSpc>
            </a:pPr>
            <a:endParaRPr lang="en-GB" sz="2800" dirty="0"/>
          </a:p>
          <a:p>
            <a:pPr>
              <a:lnSpc>
                <a:spcPts val="3500"/>
              </a:lnSpc>
            </a:pPr>
            <a:r>
              <a:rPr lang="en-GB" sz="2800" dirty="0"/>
              <a:t>Its main features are self-healing and dynamic scaling (i.e. if a container crashes or becomes unresponsive, Kubernetes automatically restarts or replaces it without any manual intervention). </a:t>
            </a:r>
          </a:p>
          <a:p>
            <a:pPr>
              <a:lnSpc>
                <a:spcPts val="3500"/>
              </a:lnSpc>
            </a:pPr>
            <a:endParaRPr lang="en-GB" sz="2800" dirty="0"/>
          </a:p>
          <a:p>
            <a:pPr>
              <a:lnSpc>
                <a:spcPts val="3500"/>
              </a:lnSpc>
            </a:pPr>
            <a:r>
              <a:rPr lang="en-GB" sz="2800" dirty="0"/>
              <a:t>It also monitors resource demand in real time, scaling the application up when traffic spikes and back down when it eases, ensuring the infrastructure always matches the workload efficiently.</a:t>
            </a:r>
            <a:endParaRPr lang="en-US" sz="2800" dirty="0"/>
          </a:p>
        </p:txBody>
      </p:sp>
      <p:pic>
        <p:nvPicPr>
          <p:cNvPr id="75" name="Picture 74">
            <a:extLst>
              <a:ext uri="{FF2B5EF4-FFF2-40B4-BE49-F238E27FC236}">
                <a16:creationId xmlns:a16="http://schemas.microsoft.com/office/drawing/2014/main" id="{4ED0D4AA-94C7-39E3-50C3-98C005534101}"/>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7087165" y="16168752"/>
            <a:ext cx="3130626" cy="313062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0896288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855545-00bb-4800-a65f-e79104ec0fc4}" enabled="0" method="" siteId="{47855545-00bb-4800-a65f-e79104ec0fc4}" removed="1"/>
</clbl:labelList>
</file>

<file path=docProps/app.xml><?xml version="1.0" encoding="utf-8"?>
<Properties xmlns="http://schemas.openxmlformats.org/officeDocument/2006/extended-properties" xmlns:vt="http://schemas.openxmlformats.org/officeDocument/2006/docPropsVTypes">
  <Template>Office Theme</Template>
  <TotalTime>8042</TotalTime>
  <Words>355</Words>
  <Application>Microsoft Office PowerPoint</Application>
  <PresentationFormat>Custom</PresentationFormat>
  <Paragraphs>56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Calisto MT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 CARROLL - STUDENT</dc:creator>
  <cp:lastModifiedBy>MARK CARROLL - STUDENT</cp:lastModifiedBy>
  <cp:revision>1</cp:revision>
  <dcterms:created xsi:type="dcterms:W3CDTF">2026-04-06T14:43:19Z</dcterms:created>
  <dcterms:modified xsi:type="dcterms:W3CDTF">2026-04-24T16:47:37Z</dcterms:modified>
</cp:coreProperties>
</file>